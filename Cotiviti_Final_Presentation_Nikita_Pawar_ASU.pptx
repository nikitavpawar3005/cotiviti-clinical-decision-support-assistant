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5"/>
  </p:normalViewPr>
  <p:slideViewPr>
    <p:cSldViewPr snapToGrid="0" snapToObjects="1">
      <p:cViewPr varScale="1">
        <p:scale>
          <a:sx n="111" d="100"/>
          <a:sy n="111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5869E0-8CBB-460C-A19B-D15BF155468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1014348-6E03-47E2-A3D4-4975E4BBEADE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DC20FD90-BB76-4154-8A91-77CBF21644C7}" type="parTrans" cxnId="{98AB24E1-2B0F-4723-989C-1D0F97583052}">
      <dgm:prSet/>
      <dgm:spPr/>
      <dgm:t>
        <a:bodyPr/>
        <a:lstStyle/>
        <a:p>
          <a:endParaRPr lang="en-US"/>
        </a:p>
      </dgm:t>
    </dgm:pt>
    <dgm:pt modelId="{24DEE37F-BC6B-4233-BC6A-3824F560C6E3}" type="sibTrans" cxnId="{98AB24E1-2B0F-4723-989C-1D0F97583052}">
      <dgm:prSet/>
      <dgm:spPr/>
      <dgm:t>
        <a:bodyPr/>
        <a:lstStyle/>
        <a:p>
          <a:endParaRPr lang="en-US"/>
        </a:p>
      </dgm:t>
    </dgm:pt>
    <dgm:pt modelId="{D30FF6BF-1E7B-479F-8B4B-9D0CE814B6D0}">
      <dgm:prSet/>
      <dgm:spPr/>
      <dgm:t>
        <a:bodyPr/>
        <a:lstStyle/>
        <a:p>
          <a:r>
            <a:rPr lang="en-US"/>
            <a:t>Project Objective</a:t>
          </a:r>
        </a:p>
      </dgm:t>
    </dgm:pt>
    <dgm:pt modelId="{B85B2194-ED89-41D2-886A-42D9EC45B6C7}" type="parTrans" cxnId="{56E85812-1E84-4867-9E94-E4E5D982ABC2}">
      <dgm:prSet/>
      <dgm:spPr/>
      <dgm:t>
        <a:bodyPr/>
        <a:lstStyle/>
        <a:p>
          <a:endParaRPr lang="en-US"/>
        </a:p>
      </dgm:t>
    </dgm:pt>
    <dgm:pt modelId="{AD4B5177-9C91-4319-B100-4D164730D120}" type="sibTrans" cxnId="{56E85812-1E84-4867-9E94-E4E5D982ABC2}">
      <dgm:prSet/>
      <dgm:spPr/>
      <dgm:t>
        <a:bodyPr/>
        <a:lstStyle/>
        <a:p>
          <a:endParaRPr lang="en-US"/>
        </a:p>
      </dgm:t>
    </dgm:pt>
    <dgm:pt modelId="{1834C4C1-398B-4484-ADD7-997808E5E58C}">
      <dgm:prSet/>
      <dgm:spPr/>
      <dgm:t>
        <a:bodyPr/>
        <a:lstStyle/>
        <a:p>
          <a:r>
            <a:rPr lang="en-US"/>
            <a:t>Technologies Used</a:t>
          </a:r>
        </a:p>
      </dgm:t>
    </dgm:pt>
    <dgm:pt modelId="{BF7EBB00-C859-449D-9D42-F7ACBD3C57D4}" type="parTrans" cxnId="{D184FC1A-204B-499B-8A62-AF2B030855DA}">
      <dgm:prSet/>
      <dgm:spPr/>
      <dgm:t>
        <a:bodyPr/>
        <a:lstStyle/>
        <a:p>
          <a:endParaRPr lang="en-US"/>
        </a:p>
      </dgm:t>
    </dgm:pt>
    <dgm:pt modelId="{902CB500-A067-4406-A3C4-C3E30397E800}" type="sibTrans" cxnId="{D184FC1A-204B-499B-8A62-AF2B030855DA}">
      <dgm:prSet/>
      <dgm:spPr/>
      <dgm:t>
        <a:bodyPr/>
        <a:lstStyle/>
        <a:p>
          <a:endParaRPr lang="en-US"/>
        </a:p>
      </dgm:t>
    </dgm:pt>
    <dgm:pt modelId="{F8BE5409-237B-4BB4-B53A-DAC8EBE5EAE8}">
      <dgm:prSet/>
      <dgm:spPr/>
      <dgm:t>
        <a:bodyPr/>
        <a:lstStyle/>
        <a:p>
          <a:r>
            <a:rPr lang="en-US"/>
            <a:t>Application Workflow</a:t>
          </a:r>
        </a:p>
      </dgm:t>
    </dgm:pt>
    <dgm:pt modelId="{967814D7-6E36-44EA-8827-B7DBE6585898}" type="parTrans" cxnId="{674067F2-551A-40B7-9692-3C1A936B3721}">
      <dgm:prSet/>
      <dgm:spPr/>
      <dgm:t>
        <a:bodyPr/>
        <a:lstStyle/>
        <a:p>
          <a:endParaRPr lang="en-US"/>
        </a:p>
      </dgm:t>
    </dgm:pt>
    <dgm:pt modelId="{E753A5EB-1B20-4E4D-872D-8C14F1CEFCDE}" type="sibTrans" cxnId="{674067F2-551A-40B7-9692-3C1A936B3721}">
      <dgm:prSet/>
      <dgm:spPr/>
      <dgm:t>
        <a:bodyPr/>
        <a:lstStyle/>
        <a:p>
          <a:endParaRPr lang="en-US"/>
        </a:p>
      </dgm:t>
    </dgm:pt>
    <dgm:pt modelId="{D6276D3F-8FC4-4D23-88C5-F697B2D4DD04}">
      <dgm:prSet/>
      <dgm:spPr/>
      <dgm:t>
        <a:bodyPr/>
        <a:lstStyle/>
        <a:p>
          <a:r>
            <a:rPr lang="en-US"/>
            <a:t>Proof of Concept Demo</a:t>
          </a:r>
        </a:p>
      </dgm:t>
    </dgm:pt>
    <dgm:pt modelId="{E5B6C1C5-009A-485F-9495-DF33AD80D7A6}" type="parTrans" cxnId="{7A383175-4765-4D8D-94A5-5F9377CEBE2B}">
      <dgm:prSet/>
      <dgm:spPr/>
      <dgm:t>
        <a:bodyPr/>
        <a:lstStyle/>
        <a:p>
          <a:endParaRPr lang="en-US"/>
        </a:p>
      </dgm:t>
    </dgm:pt>
    <dgm:pt modelId="{CFEA364E-534F-412F-BAC3-4190950BDFD6}" type="sibTrans" cxnId="{7A383175-4765-4D8D-94A5-5F9377CEBE2B}">
      <dgm:prSet/>
      <dgm:spPr/>
      <dgm:t>
        <a:bodyPr/>
        <a:lstStyle/>
        <a:p>
          <a:endParaRPr lang="en-US"/>
        </a:p>
      </dgm:t>
    </dgm:pt>
    <dgm:pt modelId="{2D439205-FEA9-455B-BF7E-A825F1FDAF84}">
      <dgm:prSet/>
      <dgm:spPr/>
      <dgm:t>
        <a:bodyPr/>
        <a:lstStyle/>
        <a:p>
          <a:r>
            <a:rPr lang="en-US"/>
            <a:t>Benefits to Cotiviti</a:t>
          </a:r>
        </a:p>
      </dgm:t>
    </dgm:pt>
    <dgm:pt modelId="{CA3A3B14-BDE9-4F8F-9E65-0BA1C793ED73}" type="parTrans" cxnId="{F23E7C08-BC01-4BCE-9BF8-83DC52A599AF}">
      <dgm:prSet/>
      <dgm:spPr/>
      <dgm:t>
        <a:bodyPr/>
        <a:lstStyle/>
        <a:p>
          <a:endParaRPr lang="en-US"/>
        </a:p>
      </dgm:t>
    </dgm:pt>
    <dgm:pt modelId="{07AF1E0F-19DB-4AE0-947C-BD148E27FB48}" type="sibTrans" cxnId="{F23E7C08-BC01-4BCE-9BF8-83DC52A599AF}">
      <dgm:prSet/>
      <dgm:spPr/>
      <dgm:t>
        <a:bodyPr/>
        <a:lstStyle/>
        <a:p>
          <a:endParaRPr lang="en-US"/>
        </a:p>
      </dgm:t>
    </dgm:pt>
    <dgm:pt modelId="{94FBA191-688F-4710-97BD-7B0D72B22653}">
      <dgm:prSet/>
      <dgm:spPr/>
      <dgm:t>
        <a:bodyPr/>
        <a:lstStyle/>
        <a:p>
          <a:r>
            <a:rPr lang="en-US" dirty="0"/>
            <a:t>Future Enhancements</a:t>
          </a:r>
        </a:p>
      </dgm:t>
    </dgm:pt>
    <dgm:pt modelId="{051E1394-D61E-4ACC-90F0-8DE6C9FA3050}" type="parTrans" cxnId="{13BF6A31-B7F0-4642-A4EC-B50D7E00120D}">
      <dgm:prSet/>
      <dgm:spPr/>
      <dgm:t>
        <a:bodyPr/>
        <a:lstStyle/>
        <a:p>
          <a:endParaRPr lang="en-US"/>
        </a:p>
      </dgm:t>
    </dgm:pt>
    <dgm:pt modelId="{025A0732-37F5-43B0-A578-545D0E29BB95}" type="sibTrans" cxnId="{13BF6A31-B7F0-4642-A4EC-B50D7E00120D}">
      <dgm:prSet/>
      <dgm:spPr/>
      <dgm:t>
        <a:bodyPr/>
        <a:lstStyle/>
        <a:p>
          <a:endParaRPr lang="en-US"/>
        </a:p>
      </dgm:t>
    </dgm:pt>
    <dgm:pt modelId="{787CC12F-1048-4A00-8D7A-1B67B941DC44}">
      <dgm:prSet/>
      <dgm:spPr/>
      <dgm:t>
        <a:bodyPr/>
        <a:lstStyle/>
        <a:p>
          <a:r>
            <a:rPr lang="en-US"/>
            <a:t>Conclusion</a:t>
          </a:r>
        </a:p>
      </dgm:t>
    </dgm:pt>
    <dgm:pt modelId="{D2FDD41E-A89A-4408-BA0E-4CB3E974BD16}" type="parTrans" cxnId="{D1299840-2550-450F-AE32-203E8F69DC8C}">
      <dgm:prSet/>
      <dgm:spPr/>
      <dgm:t>
        <a:bodyPr/>
        <a:lstStyle/>
        <a:p>
          <a:endParaRPr lang="en-US"/>
        </a:p>
      </dgm:t>
    </dgm:pt>
    <dgm:pt modelId="{C90F6C62-5828-4A23-8B82-0773AB28F8B2}" type="sibTrans" cxnId="{D1299840-2550-450F-AE32-203E8F69DC8C}">
      <dgm:prSet/>
      <dgm:spPr/>
      <dgm:t>
        <a:bodyPr/>
        <a:lstStyle/>
        <a:p>
          <a:endParaRPr lang="en-US"/>
        </a:p>
      </dgm:t>
    </dgm:pt>
    <dgm:pt modelId="{758C7250-820F-0B49-A4D2-0805564C4E35}" type="pres">
      <dgm:prSet presAssocID="{F75869E0-8CBB-460C-A19B-D15BF1554680}" presName="vert0" presStyleCnt="0">
        <dgm:presLayoutVars>
          <dgm:dir/>
          <dgm:animOne val="branch"/>
          <dgm:animLvl val="lvl"/>
        </dgm:presLayoutVars>
      </dgm:prSet>
      <dgm:spPr/>
    </dgm:pt>
    <dgm:pt modelId="{9DCE26B6-EC02-FA42-8B5E-6399B12B223B}" type="pres">
      <dgm:prSet presAssocID="{91014348-6E03-47E2-A3D4-4975E4BBEADE}" presName="thickLine" presStyleLbl="alignNode1" presStyleIdx="0" presStyleCnt="8"/>
      <dgm:spPr/>
    </dgm:pt>
    <dgm:pt modelId="{1333525E-A47C-F747-985C-E2328613CF34}" type="pres">
      <dgm:prSet presAssocID="{91014348-6E03-47E2-A3D4-4975E4BBEADE}" presName="horz1" presStyleCnt="0"/>
      <dgm:spPr/>
    </dgm:pt>
    <dgm:pt modelId="{39AFFF9C-397D-3C47-ABC0-EB94E5B0F52D}" type="pres">
      <dgm:prSet presAssocID="{91014348-6E03-47E2-A3D4-4975E4BBEADE}" presName="tx1" presStyleLbl="revTx" presStyleIdx="0" presStyleCnt="8"/>
      <dgm:spPr/>
    </dgm:pt>
    <dgm:pt modelId="{5F0E91C0-DE26-154A-9A14-FE630C757609}" type="pres">
      <dgm:prSet presAssocID="{91014348-6E03-47E2-A3D4-4975E4BBEADE}" presName="vert1" presStyleCnt="0"/>
      <dgm:spPr/>
    </dgm:pt>
    <dgm:pt modelId="{CB9773F7-A787-1944-B5A5-8F70BE9B79A5}" type="pres">
      <dgm:prSet presAssocID="{D30FF6BF-1E7B-479F-8B4B-9D0CE814B6D0}" presName="thickLine" presStyleLbl="alignNode1" presStyleIdx="1" presStyleCnt="8"/>
      <dgm:spPr/>
    </dgm:pt>
    <dgm:pt modelId="{CBE36DAA-397D-F343-A376-7464B2FEDAF2}" type="pres">
      <dgm:prSet presAssocID="{D30FF6BF-1E7B-479F-8B4B-9D0CE814B6D0}" presName="horz1" presStyleCnt="0"/>
      <dgm:spPr/>
    </dgm:pt>
    <dgm:pt modelId="{5A814CC2-2EB3-CE45-9A58-9D1EFD4302E3}" type="pres">
      <dgm:prSet presAssocID="{D30FF6BF-1E7B-479F-8B4B-9D0CE814B6D0}" presName="tx1" presStyleLbl="revTx" presStyleIdx="1" presStyleCnt="8"/>
      <dgm:spPr/>
    </dgm:pt>
    <dgm:pt modelId="{A44FADAE-9966-5A4D-9A74-FC6D2B21C145}" type="pres">
      <dgm:prSet presAssocID="{D30FF6BF-1E7B-479F-8B4B-9D0CE814B6D0}" presName="vert1" presStyleCnt="0"/>
      <dgm:spPr/>
    </dgm:pt>
    <dgm:pt modelId="{2692FF21-FAB3-4C43-825F-D2807DC7380D}" type="pres">
      <dgm:prSet presAssocID="{1834C4C1-398B-4484-ADD7-997808E5E58C}" presName="thickLine" presStyleLbl="alignNode1" presStyleIdx="2" presStyleCnt="8"/>
      <dgm:spPr/>
    </dgm:pt>
    <dgm:pt modelId="{ED3565EC-9B7B-DF49-84FB-50BE5870E8DE}" type="pres">
      <dgm:prSet presAssocID="{1834C4C1-398B-4484-ADD7-997808E5E58C}" presName="horz1" presStyleCnt="0"/>
      <dgm:spPr/>
    </dgm:pt>
    <dgm:pt modelId="{70431A27-9BAA-A548-A918-0E8B98DF47B2}" type="pres">
      <dgm:prSet presAssocID="{1834C4C1-398B-4484-ADD7-997808E5E58C}" presName="tx1" presStyleLbl="revTx" presStyleIdx="2" presStyleCnt="8"/>
      <dgm:spPr/>
    </dgm:pt>
    <dgm:pt modelId="{390D905E-D253-1441-9192-D36939BE7933}" type="pres">
      <dgm:prSet presAssocID="{1834C4C1-398B-4484-ADD7-997808E5E58C}" presName="vert1" presStyleCnt="0"/>
      <dgm:spPr/>
    </dgm:pt>
    <dgm:pt modelId="{682531B3-5609-314C-A794-3A8FCE0AFB9C}" type="pres">
      <dgm:prSet presAssocID="{F8BE5409-237B-4BB4-B53A-DAC8EBE5EAE8}" presName="thickLine" presStyleLbl="alignNode1" presStyleIdx="3" presStyleCnt="8"/>
      <dgm:spPr/>
    </dgm:pt>
    <dgm:pt modelId="{1851967D-85F6-5A4B-99DF-54F79D65EB95}" type="pres">
      <dgm:prSet presAssocID="{F8BE5409-237B-4BB4-B53A-DAC8EBE5EAE8}" presName="horz1" presStyleCnt="0"/>
      <dgm:spPr/>
    </dgm:pt>
    <dgm:pt modelId="{147F36A3-CE59-5A47-B277-BFFF99C3E8C9}" type="pres">
      <dgm:prSet presAssocID="{F8BE5409-237B-4BB4-B53A-DAC8EBE5EAE8}" presName="tx1" presStyleLbl="revTx" presStyleIdx="3" presStyleCnt="8"/>
      <dgm:spPr/>
    </dgm:pt>
    <dgm:pt modelId="{77E1D5D2-6C0F-EF43-B7FD-B14E2ABE7E8E}" type="pres">
      <dgm:prSet presAssocID="{F8BE5409-237B-4BB4-B53A-DAC8EBE5EAE8}" presName="vert1" presStyleCnt="0"/>
      <dgm:spPr/>
    </dgm:pt>
    <dgm:pt modelId="{3E4C83B2-3B41-A54C-B09F-16C611C90EB4}" type="pres">
      <dgm:prSet presAssocID="{D6276D3F-8FC4-4D23-88C5-F697B2D4DD04}" presName="thickLine" presStyleLbl="alignNode1" presStyleIdx="4" presStyleCnt="8"/>
      <dgm:spPr/>
    </dgm:pt>
    <dgm:pt modelId="{A2E67B84-BFC2-7E4E-8E2D-1C1B1466A8CF}" type="pres">
      <dgm:prSet presAssocID="{D6276D3F-8FC4-4D23-88C5-F697B2D4DD04}" presName="horz1" presStyleCnt="0"/>
      <dgm:spPr/>
    </dgm:pt>
    <dgm:pt modelId="{D11EFA73-CC15-A948-8103-B9A9F8495714}" type="pres">
      <dgm:prSet presAssocID="{D6276D3F-8FC4-4D23-88C5-F697B2D4DD04}" presName="tx1" presStyleLbl="revTx" presStyleIdx="4" presStyleCnt="8"/>
      <dgm:spPr/>
    </dgm:pt>
    <dgm:pt modelId="{67ABAD51-87CF-E749-9BC0-64FC50CFF785}" type="pres">
      <dgm:prSet presAssocID="{D6276D3F-8FC4-4D23-88C5-F697B2D4DD04}" presName="vert1" presStyleCnt="0"/>
      <dgm:spPr/>
    </dgm:pt>
    <dgm:pt modelId="{3A16E186-F428-0448-B5AF-123339EAC680}" type="pres">
      <dgm:prSet presAssocID="{2D439205-FEA9-455B-BF7E-A825F1FDAF84}" presName="thickLine" presStyleLbl="alignNode1" presStyleIdx="5" presStyleCnt="8"/>
      <dgm:spPr/>
    </dgm:pt>
    <dgm:pt modelId="{CF0A9D18-27E5-814C-BF32-7DFEBD35EBF7}" type="pres">
      <dgm:prSet presAssocID="{2D439205-FEA9-455B-BF7E-A825F1FDAF84}" presName="horz1" presStyleCnt="0"/>
      <dgm:spPr/>
    </dgm:pt>
    <dgm:pt modelId="{45558F64-63F4-EE41-8E76-BDAD4DDF7FAF}" type="pres">
      <dgm:prSet presAssocID="{2D439205-FEA9-455B-BF7E-A825F1FDAF84}" presName="tx1" presStyleLbl="revTx" presStyleIdx="5" presStyleCnt="8"/>
      <dgm:spPr/>
    </dgm:pt>
    <dgm:pt modelId="{31E323A4-0F72-EB4A-AD32-A39630F40FCC}" type="pres">
      <dgm:prSet presAssocID="{2D439205-FEA9-455B-BF7E-A825F1FDAF84}" presName="vert1" presStyleCnt="0"/>
      <dgm:spPr/>
    </dgm:pt>
    <dgm:pt modelId="{93A600E5-6223-8647-91BC-8EFD41668D9C}" type="pres">
      <dgm:prSet presAssocID="{94FBA191-688F-4710-97BD-7B0D72B22653}" presName="thickLine" presStyleLbl="alignNode1" presStyleIdx="6" presStyleCnt="8"/>
      <dgm:spPr/>
    </dgm:pt>
    <dgm:pt modelId="{F94DD971-A018-354E-98B7-0BD08A752274}" type="pres">
      <dgm:prSet presAssocID="{94FBA191-688F-4710-97BD-7B0D72B22653}" presName="horz1" presStyleCnt="0"/>
      <dgm:spPr/>
    </dgm:pt>
    <dgm:pt modelId="{72641BBE-348A-6D4D-A5B9-339A60C9EABA}" type="pres">
      <dgm:prSet presAssocID="{94FBA191-688F-4710-97BD-7B0D72B22653}" presName="tx1" presStyleLbl="revTx" presStyleIdx="6" presStyleCnt="8"/>
      <dgm:spPr/>
    </dgm:pt>
    <dgm:pt modelId="{2CDFA050-B5AD-9549-8FFD-D88C8C5F29DB}" type="pres">
      <dgm:prSet presAssocID="{94FBA191-688F-4710-97BD-7B0D72B22653}" presName="vert1" presStyleCnt="0"/>
      <dgm:spPr/>
    </dgm:pt>
    <dgm:pt modelId="{F64711D4-BFD1-F549-9453-F716F299E710}" type="pres">
      <dgm:prSet presAssocID="{787CC12F-1048-4A00-8D7A-1B67B941DC44}" presName="thickLine" presStyleLbl="alignNode1" presStyleIdx="7" presStyleCnt="8"/>
      <dgm:spPr/>
    </dgm:pt>
    <dgm:pt modelId="{92D4CFCD-C03B-FB4A-929E-C7C217BEB803}" type="pres">
      <dgm:prSet presAssocID="{787CC12F-1048-4A00-8D7A-1B67B941DC44}" presName="horz1" presStyleCnt="0"/>
      <dgm:spPr/>
    </dgm:pt>
    <dgm:pt modelId="{EB2DB3F0-230B-9042-ADB8-51B034173735}" type="pres">
      <dgm:prSet presAssocID="{787CC12F-1048-4A00-8D7A-1B67B941DC44}" presName="tx1" presStyleLbl="revTx" presStyleIdx="7" presStyleCnt="8"/>
      <dgm:spPr/>
    </dgm:pt>
    <dgm:pt modelId="{D4DEF4EB-55B8-9C43-A43E-C84A5B09C835}" type="pres">
      <dgm:prSet presAssocID="{787CC12F-1048-4A00-8D7A-1B67B941DC44}" presName="vert1" presStyleCnt="0"/>
      <dgm:spPr/>
    </dgm:pt>
  </dgm:ptLst>
  <dgm:cxnLst>
    <dgm:cxn modelId="{F23E7C08-BC01-4BCE-9BF8-83DC52A599AF}" srcId="{F75869E0-8CBB-460C-A19B-D15BF1554680}" destId="{2D439205-FEA9-455B-BF7E-A825F1FDAF84}" srcOrd="5" destOrd="0" parTransId="{CA3A3B14-BDE9-4F8F-9E65-0BA1C793ED73}" sibTransId="{07AF1E0F-19DB-4AE0-947C-BD148E27FB48}"/>
    <dgm:cxn modelId="{56E85812-1E84-4867-9E94-E4E5D982ABC2}" srcId="{F75869E0-8CBB-460C-A19B-D15BF1554680}" destId="{D30FF6BF-1E7B-479F-8B4B-9D0CE814B6D0}" srcOrd="1" destOrd="0" parTransId="{B85B2194-ED89-41D2-886A-42D9EC45B6C7}" sibTransId="{AD4B5177-9C91-4319-B100-4D164730D120}"/>
    <dgm:cxn modelId="{D184FC1A-204B-499B-8A62-AF2B030855DA}" srcId="{F75869E0-8CBB-460C-A19B-D15BF1554680}" destId="{1834C4C1-398B-4484-ADD7-997808E5E58C}" srcOrd="2" destOrd="0" parTransId="{BF7EBB00-C859-449D-9D42-F7ACBD3C57D4}" sibTransId="{902CB500-A067-4406-A3C4-C3E30397E800}"/>
    <dgm:cxn modelId="{B4AD0020-08EE-CF4D-9708-ECE15C55F963}" type="presOf" srcId="{91014348-6E03-47E2-A3D4-4975E4BBEADE}" destId="{39AFFF9C-397D-3C47-ABC0-EB94E5B0F52D}" srcOrd="0" destOrd="0" presId="urn:microsoft.com/office/officeart/2008/layout/LinedList"/>
    <dgm:cxn modelId="{13BF6A31-B7F0-4642-A4EC-B50D7E00120D}" srcId="{F75869E0-8CBB-460C-A19B-D15BF1554680}" destId="{94FBA191-688F-4710-97BD-7B0D72B22653}" srcOrd="6" destOrd="0" parTransId="{051E1394-D61E-4ACC-90F0-8DE6C9FA3050}" sibTransId="{025A0732-37F5-43B0-A578-545D0E29BB95}"/>
    <dgm:cxn modelId="{D1299840-2550-450F-AE32-203E8F69DC8C}" srcId="{F75869E0-8CBB-460C-A19B-D15BF1554680}" destId="{787CC12F-1048-4A00-8D7A-1B67B941DC44}" srcOrd="7" destOrd="0" parTransId="{D2FDD41E-A89A-4408-BA0E-4CB3E974BD16}" sibTransId="{C90F6C62-5828-4A23-8B82-0773AB28F8B2}"/>
    <dgm:cxn modelId="{42551543-43A0-D142-97F0-0F0EA32CD18C}" type="presOf" srcId="{D30FF6BF-1E7B-479F-8B4B-9D0CE814B6D0}" destId="{5A814CC2-2EB3-CE45-9A58-9D1EFD4302E3}" srcOrd="0" destOrd="0" presId="urn:microsoft.com/office/officeart/2008/layout/LinedList"/>
    <dgm:cxn modelId="{ADD36149-2426-8F44-BE81-348B7F56CF42}" type="presOf" srcId="{1834C4C1-398B-4484-ADD7-997808E5E58C}" destId="{70431A27-9BAA-A548-A918-0E8B98DF47B2}" srcOrd="0" destOrd="0" presId="urn:microsoft.com/office/officeart/2008/layout/LinedList"/>
    <dgm:cxn modelId="{D223ED63-BB6D-8F40-8248-E67384A18795}" type="presOf" srcId="{D6276D3F-8FC4-4D23-88C5-F697B2D4DD04}" destId="{D11EFA73-CC15-A948-8103-B9A9F8495714}" srcOrd="0" destOrd="0" presId="urn:microsoft.com/office/officeart/2008/layout/LinedList"/>
    <dgm:cxn modelId="{56425C6E-5DDE-4344-9B28-0BA927CDA86A}" type="presOf" srcId="{2D439205-FEA9-455B-BF7E-A825F1FDAF84}" destId="{45558F64-63F4-EE41-8E76-BDAD4DDF7FAF}" srcOrd="0" destOrd="0" presId="urn:microsoft.com/office/officeart/2008/layout/LinedList"/>
    <dgm:cxn modelId="{7A383175-4765-4D8D-94A5-5F9377CEBE2B}" srcId="{F75869E0-8CBB-460C-A19B-D15BF1554680}" destId="{D6276D3F-8FC4-4D23-88C5-F697B2D4DD04}" srcOrd="4" destOrd="0" parTransId="{E5B6C1C5-009A-485F-9495-DF33AD80D7A6}" sibTransId="{CFEA364E-534F-412F-BAC3-4190950BDFD6}"/>
    <dgm:cxn modelId="{7A177A87-63A7-4A46-8363-CBAC7BD4C736}" type="presOf" srcId="{F8BE5409-237B-4BB4-B53A-DAC8EBE5EAE8}" destId="{147F36A3-CE59-5A47-B277-BFFF99C3E8C9}" srcOrd="0" destOrd="0" presId="urn:microsoft.com/office/officeart/2008/layout/LinedList"/>
    <dgm:cxn modelId="{D245C89C-9831-4645-8E48-16FDD8E3DC82}" type="presOf" srcId="{94FBA191-688F-4710-97BD-7B0D72B22653}" destId="{72641BBE-348A-6D4D-A5B9-339A60C9EABA}" srcOrd="0" destOrd="0" presId="urn:microsoft.com/office/officeart/2008/layout/LinedList"/>
    <dgm:cxn modelId="{07ACA0AA-32D5-9D43-A10E-F806999BD51D}" type="presOf" srcId="{787CC12F-1048-4A00-8D7A-1B67B941DC44}" destId="{EB2DB3F0-230B-9042-ADB8-51B034173735}" srcOrd="0" destOrd="0" presId="urn:microsoft.com/office/officeart/2008/layout/LinedList"/>
    <dgm:cxn modelId="{A969C8AB-8EFF-C94A-B699-FB98119C5138}" type="presOf" srcId="{F75869E0-8CBB-460C-A19B-D15BF1554680}" destId="{758C7250-820F-0B49-A4D2-0805564C4E35}" srcOrd="0" destOrd="0" presId="urn:microsoft.com/office/officeart/2008/layout/LinedList"/>
    <dgm:cxn modelId="{98AB24E1-2B0F-4723-989C-1D0F97583052}" srcId="{F75869E0-8CBB-460C-A19B-D15BF1554680}" destId="{91014348-6E03-47E2-A3D4-4975E4BBEADE}" srcOrd="0" destOrd="0" parTransId="{DC20FD90-BB76-4154-8A91-77CBF21644C7}" sibTransId="{24DEE37F-BC6B-4233-BC6A-3824F560C6E3}"/>
    <dgm:cxn modelId="{674067F2-551A-40B7-9692-3C1A936B3721}" srcId="{F75869E0-8CBB-460C-A19B-D15BF1554680}" destId="{F8BE5409-237B-4BB4-B53A-DAC8EBE5EAE8}" srcOrd="3" destOrd="0" parTransId="{967814D7-6E36-44EA-8827-B7DBE6585898}" sibTransId="{E753A5EB-1B20-4E4D-872D-8C14F1CEFCDE}"/>
    <dgm:cxn modelId="{4A799449-7FC7-EB4C-A23D-A11623A4D260}" type="presParOf" srcId="{758C7250-820F-0B49-A4D2-0805564C4E35}" destId="{9DCE26B6-EC02-FA42-8B5E-6399B12B223B}" srcOrd="0" destOrd="0" presId="urn:microsoft.com/office/officeart/2008/layout/LinedList"/>
    <dgm:cxn modelId="{D3F851D0-A225-604C-A6F2-F3C4522ACD4D}" type="presParOf" srcId="{758C7250-820F-0B49-A4D2-0805564C4E35}" destId="{1333525E-A47C-F747-985C-E2328613CF34}" srcOrd="1" destOrd="0" presId="urn:microsoft.com/office/officeart/2008/layout/LinedList"/>
    <dgm:cxn modelId="{1ECED2D2-0627-5F46-B1DA-FBC204B80DD9}" type="presParOf" srcId="{1333525E-A47C-F747-985C-E2328613CF34}" destId="{39AFFF9C-397D-3C47-ABC0-EB94E5B0F52D}" srcOrd="0" destOrd="0" presId="urn:microsoft.com/office/officeart/2008/layout/LinedList"/>
    <dgm:cxn modelId="{D345C41C-B1B2-D040-9E15-1F0C9F9FADC6}" type="presParOf" srcId="{1333525E-A47C-F747-985C-E2328613CF34}" destId="{5F0E91C0-DE26-154A-9A14-FE630C757609}" srcOrd="1" destOrd="0" presId="urn:microsoft.com/office/officeart/2008/layout/LinedList"/>
    <dgm:cxn modelId="{A4AEC229-4A32-794D-BDEB-9441E2703252}" type="presParOf" srcId="{758C7250-820F-0B49-A4D2-0805564C4E35}" destId="{CB9773F7-A787-1944-B5A5-8F70BE9B79A5}" srcOrd="2" destOrd="0" presId="urn:microsoft.com/office/officeart/2008/layout/LinedList"/>
    <dgm:cxn modelId="{A50E0E7E-77D6-3E4C-B3B8-CFC50FFD6DB1}" type="presParOf" srcId="{758C7250-820F-0B49-A4D2-0805564C4E35}" destId="{CBE36DAA-397D-F343-A376-7464B2FEDAF2}" srcOrd="3" destOrd="0" presId="urn:microsoft.com/office/officeart/2008/layout/LinedList"/>
    <dgm:cxn modelId="{D7D1C324-7A3C-AF4A-B180-DC01C58831E9}" type="presParOf" srcId="{CBE36DAA-397D-F343-A376-7464B2FEDAF2}" destId="{5A814CC2-2EB3-CE45-9A58-9D1EFD4302E3}" srcOrd="0" destOrd="0" presId="urn:microsoft.com/office/officeart/2008/layout/LinedList"/>
    <dgm:cxn modelId="{910B4FC3-E38D-9E4B-B841-8BCFCA6D3657}" type="presParOf" srcId="{CBE36DAA-397D-F343-A376-7464B2FEDAF2}" destId="{A44FADAE-9966-5A4D-9A74-FC6D2B21C145}" srcOrd="1" destOrd="0" presId="urn:microsoft.com/office/officeart/2008/layout/LinedList"/>
    <dgm:cxn modelId="{0BA62F5B-508D-0148-B7F2-1F1A4AFCDBD7}" type="presParOf" srcId="{758C7250-820F-0B49-A4D2-0805564C4E35}" destId="{2692FF21-FAB3-4C43-825F-D2807DC7380D}" srcOrd="4" destOrd="0" presId="urn:microsoft.com/office/officeart/2008/layout/LinedList"/>
    <dgm:cxn modelId="{34A66152-6732-9A4E-8C3C-ECBF2951EF3E}" type="presParOf" srcId="{758C7250-820F-0B49-A4D2-0805564C4E35}" destId="{ED3565EC-9B7B-DF49-84FB-50BE5870E8DE}" srcOrd="5" destOrd="0" presId="urn:microsoft.com/office/officeart/2008/layout/LinedList"/>
    <dgm:cxn modelId="{CE2295D8-F81A-F44D-BF21-D68B03710E48}" type="presParOf" srcId="{ED3565EC-9B7B-DF49-84FB-50BE5870E8DE}" destId="{70431A27-9BAA-A548-A918-0E8B98DF47B2}" srcOrd="0" destOrd="0" presId="urn:microsoft.com/office/officeart/2008/layout/LinedList"/>
    <dgm:cxn modelId="{1D122682-3A17-7945-9B00-4AC9D2AFC040}" type="presParOf" srcId="{ED3565EC-9B7B-DF49-84FB-50BE5870E8DE}" destId="{390D905E-D253-1441-9192-D36939BE7933}" srcOrd="1" destOrd="0" presId="urn:microsoft.com/office/officeart/2008/layout/LinedList"/>
    <dgm:cxn modelId="{3FE93A6D-9364-0F4E-AAA3-3AE308AC0EC7}" type="presParOf" srcId="{758C7250-820F-0B49-A4D2-0805564C4E35}" destId="{682531B3-5609-314C-A794-3A8FCE0AFB9C}" srcOrd="6" destOrd="0" presId="urn:microsoft.com/office/officeart/2008/layout/LinedList"/>
    <dgm:cxn modelId="{9603954F-83BA-9741-903A-E6E3C9DE4760}" type="presParOf" srcId="{758C7250-820F-0B49-A4D2-0805564C4E35}" destId="{1851967D-85F6-5A4B-99DF-54F79D65EB95}" srcOrd="7" destOrd="0" presId="urn:microsoft.com/office/officeart/2008/layout/LinedList"/>
    <dgm:cxn modelId="{8BC5ADBB-58AE-A246-A322-4D748AA2BAA0}" type="presParOf" srcId="{1851967D-85F6-5A4B-99DF-54F79D65EB95}" destId="{147F36A3-CE59-5A47-B277-BFFF99C3E8C9}" srcOrd="0" destOrd="0" presId="urn:microsoft.com/office/officeart/2008/layout/LinedList"/>
    <dgm:cxn modelId="{A3D589F3-32BE-1B4E-9EBA-9443BC2A4348}" type="presParOf" srcId="{1851967D-85F6-5A4B-99DF-54F79D65EB95}" destId="{77E1D5D2-6C0F-EF43-B7FD-B14E2ABE7E8E}" srcOrd="1" destOrd="0" presId="urn:microsoft.com/office/officeart/2008/layout/LinedList"/>
    <dgm:cxn modelId="{A065BADB-D0E0-2D43-91F2-FAA58BAA4F31}" type="presParOf" srcId="{758C7250-820F-0B49-A4D2-0805564C4E35}" destId="{3E4C83B2-3B41-A54C-B09F-16C611C90EB4}" srcOrd="8" destOrd="0" presId="urn:microsoft.com/office/officeart/2008/layout/LinedList"/>
    <dgm:cxn modelId="{D7D56D9D-F766-1240-B863-6CC89EB84C2B}" type="presParOf" srcId="{758C7250-820F-0B49-A4D2-0805564C4E35}" destId="{A2E67B84-BFC2-7E4E-8E2D-1C1B1466A8CF}" srcOrd="9" destOrd="0" presId="urn:microsoft.com/office/officeart/2008/layout/LinedList"/>
    <dgm:cxn modelId="{5F791D66-F9EC-624D-B4E2-C77BE85906A5}" type="presParOf" srcId="{A2E67B84-BFC2-7E4E-8E2D-1C1B1466A8CF}" destId="{D11EFA73-CC15-A948-8103-B9A9F8495714}" srcOrd="0" destOrd="0" presId="urn:microsoft.com/office/officeart/2008/layout/LinedList"/>
    <dgm:cxn modelId="{731BB1D1-B8D4-BE40-B190-80ECC79DD719}" type="presParOf" srcId="{A2E67B84-BFC2-7E4E-8E2D-1C1B1466A8CF}" destId="{67ABAD51-87CF-E749-9BC0-64FC50CFF785}" srcOrd="1" destOrd="0" presId="urn:microsoft.com/office/officeart/2008/layout/LinedList"/>
    <dgm:cxn modelId="{3B0EB4B6-152B-FA48-B320-227FACFE9D22}" type="presParOf" srcId="{758C7250-820F-0B49-A4D2-0805564C4E35}" destId="{3A16E186-F428-0448-B5AF-123339EAC680}" srcOrd="10" destOrd="0" presId="urn:microsoft.com/office/officeart/2008/layout/LinedList"/>
    <dgm:cxn modelId="{20515990-2EEF-0140-9102-C3D5EE8A4CF4}" type="presParOf" srcId="{758C7250-820F-0B49-A4D2-0805564C4E35}" destId="{CF0A9D18-27E5-814C-BF32-7DFEBD35EBF7}" srcOrd="11" destOrd="0" presId="urn:microsoft.com/office/officeart/2008/layout/LinedList"/>
    <dgm:cxn modelId="{AFF57A5C-3167-4F4F-B1EC-F1734CCCC16F}" type="presParOf" srcId="{CF0A9D18-27E5-814C-BF32-7DFEBD35EBF7}" destId="{45558F64-63F4-EE41-8E76-BDAD4DDF7FAF}" srcOrd="0" destOrd="0" presId="urn:microsoft.com/office/officeart/2008/layout/LinedList"/>
    <dgm:cxn modelId="{9CC7FC9F-108D-C048-A63F-871C16ED7C7B}" type="presParOf" srcId="{CF0A9D18-27E5-814C-BF32-7DFEBD35EBF7}" destId="{31E323A4-0F72-EB4A-AD32-A39630F40FCC}" srcOrd="1" destOrd="0" presId="urn:microsoft.com/office/officeart/2008/layout/LinedList"/>
    <dgm:cxn modelId="{66B96870-256A-7D44-8941-2FF68B6501A7}" type="presParOf" srcId="{758C7250-820F-0B49-A4D2-0805564C4E35}" destId="{93A600E5-6223-8647-91BC-8EFD41668D9C}" srcOrd="12" destOrd="0" presId="urn:microsoft.com/office/officeart/2008/layout/LinedList"/>
    <dgm:cxn modelId="{3E6ADC63-70C0-3A4B-8BB7-FCE85E32D7F5}" type="presParOf" srcId="{758C7250-820F-0B49-A4D2-0805564C4E35}" destId="{F94DD971-A018-354E-98B7-0BD08A752274}" srcOrd="13" destOrd="0" presId="urn:microsoft.com/office/officeart/2008/layout/LinedList"/>
    <dgm:cxn modelId="{FCD20E4D-5532-8E48-9539-CD4F72D855B8}" type="presParOf" srcId="{F94DD971-A018-354E-98B7-0BD08A752274}" destId="{72641BBE-348A-6D4D-A5B9-339A60C9EABA}" srcOrd="0" destOrd="0" presId="urn:microsoft.com/office/officeart/2008/layout/LinedList"/>
    <dgm:cxn modelId="{2C377700-B3C8-6641-8DDF-A76BA8EC1C53}" type="presParOf" srcId="{F94DD971-A018-354E-98B7-0BD08A752274}" destId="{2CDFA050-B5AD-9549-8FFD-D88C8C5F29DB}" srcOrd="1" destOrd="0" presId="urn:microsoft.com/office/officeart/2008/layout/LinedList"/>
    <dgm:cxn modelId="{724DA2AF-B29F-434A-A448-854ABD4643A7}" type="presParOf" srcId="{758C7250-820F-0B49-A4D2-0805564C4E35}" destId="{F64711D4-BFD1-F549-9453-F716F299E710}" srcOrd="14" destOrd="0" presId="urn:microsoft.com/office/officeart/2008/layout/LinedList"/>
    <dgm:cxn modelId="{8A0B994F-5CF9-F943-9BD1-A9F54B388ECD}" type="presParOf" srcId="{758C7250-820F-0B49-A4D2-0805564C4E35}" destId="{92D4CFCD-C03B-FB4A-929E-C7C217BEB803}" srcOrd="15" destOrd="0" presId="urn:microsoft.com/office/officeart/2008/layout/LinedList"/>
    <dgm:cxn modelId="{F692B966-C042-534C-9B67-BE37A81E73DD}" type="presParOf" srcId="{92D4CFCD-C03B-FB4A-929E-C7C217BEB803}" destId="{EB2DB3F0-230B-9042-ADB8-51B034173735}" srcOrd="0" destOrd="0" presId="urn:microsoft.com/office/officeart/2008/layout/LinedList"/>
    <dgm:cxn modelId="{858F156D-713E-B741-B48A-9921C3753F33}" type="presParOf" srcId="{92D4CFCD-C03B-FB4A-929E-C7C217BEB803}" destId="{D4DEF4EB-55B8-9C43-A43E-C84A5B09C83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4247D1-24FA-43A1-AA86-7FB97A9D993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842D08-920D-483A-B6C7-9177834B7FCA}">
      <dgm:prSet/>
      <dgm:spPr/>
      <dgm:t>
        <a:bodyPr/>
        <a:lstStyle/>
        <a:p>
          <a:pPr>
            <a:defRPr cap="all"/>
          </a:pPr>
          <a:r>
            <a:rPr lang="en-US"/>
            <a:t>• Python</a:t>
          </a:r>
        </a:p>
      </dgm:t>
    </dgm:pt>
    <dgm:pt modelId="{9104C1CA-7FB6-446F-BD97-05D15EDDCEEC}" type="parTrans" cxnId="{72D0FA10-4A49-4D7E-8BE5-B52FF61F19F3}">
      <dgm:prSet/>
      <dgm:spPr/>
      <dgm:t>
        <a:bodyPr/>
        <a:lstStyle/>
        <a:p>
          <a:endParaRPr lang="en-US"/>
        </a:p>
      </dgm:t>
    </dgm:pt>
    <dgm:pt modelId="{2DC73A5F-DE18-4F8F-8F9B-1252225C9822}" type="sibTrans" cxnId="{72D0FA10-4A49-4D7E-8BE5-B52FF61F19F3}">
      <dgm:prSet/>
      <dgm:spPr/>
      <dgm:t>
        <a:bodyPr/>
        <a:lstStyle/>
        <a:p>
          <a:endParaRPr lang="en-US"/>
        </a:p>
      </dgm:t>
    </dgm:pt>
    <dgm:pt modelId="{39EEAD43-FE3B-40D3-A94A-36E7880B1A39}">
      <dgm:prSet/>
      <dgm:spPr/>
      <dgm:t>
        <a:bodyPr/>
        <a:lstStyle/>
        <a:p>
          <a:pPr>
            <a:defRPr cap="all"/>
          </a:pPr>
          <a:r>
            <a:rPr lang="en-US"/>
            <a:t>• Streamlit</a:t>
          </a:r>
        </a:p>
      </dgm:t>
    </dgm:pt>
    <dgm:pt modelId="{3F78E170-8593-4D9B-9717-B750A406960F}" type="parTrans" cxnId="{C9A2EC3D-9E62-46ED-999F-E53AC0590F0D}">
      <dgm:prSet/>
      <dgm:spPr/>
      <dgm:t>
        <a:bodyPr/>
        <a:lstStyle/>
        <a:p>
          <a:endParaRPr lang="en-US"/>
        </a:p>
      </dgm:t>
    </dgm:pt>
    <dgm:pt modelId="{740A8A04-FA35-41FB-9ABF-9A19E3844A7F}" type="sibTrans" cxnId="{C9A2EC3D-9E62-46ED-999F-E53AC0590F0D}">
      <dgm:prSet/>
      <dgm:spPr/>
      <dgm:t>
        <a:bodyPr/>
        <a:lstStyle/>
        <a:p>
          <a:endParaRPr lang="en-US"/>
        </a:p>
      </dgm:t>
    </dgm:pt>
    <dgm:pt modelId="{1606C0D2-329B-4D31-A7E8-E3682D61593D}">
      <dgm:prSet/>
      <dgm:spPr/>
      <dgm:t>
        <a:bodyPr/>
        <a:lstStyle/>
        <a:p>
          <a:pPr>
            <a:defRPr cap="all"/>
          </a:pPr>
          <a:r>
            <a:rPr lang="en-US"/>
            <a:t>• Google Gemini 2.5 Flash</a:t>
          </a:r>
        </a:p>
      </dgm:t>
    </dgm:pt>
    <dgm:pt modelId="{1D97AA03-F830-46A5-A224-4E7C2BD13B8A}" type="parTrans" cxnId="{BF6984AF-4666-4499-84C7-060261452419}">
      <dgm:prSet/>
      <dgm:spPr/>
      <dgm:t>
        <a:bodyPr/>
        <a:lstStyle/>
        <a:p>
          <a:endParaRPr lang="en-US"/>
        </a:p>
      </dgm:t>
    </dgm:pt>
    <dgm:pt modelId="{D9BF5C46-FB45-458B-97F8-1213429A1189}" type="sibTrans" cxnId="{BF6984AF-4666-4499-84C7-060261452419}">
      <dgm:prSet/>
      <dgm:spPr/>
      <dgm:t>
        <a:bodyPr/>
        <a:lstStyle/>
        <a:p>
          <a:endParaRPr lang="en-US"/>
        </a:p>
      </dgm:t>
    </dgm:pt>
    <dgm:pt modelId="{9FAE6093-7437-4FF0-95A3-B912F4C89837}">
      <dgm:prSet/>
      <dgm:spPr/>
      <dgm:t>
        <a:bodyPr/>
        <a:lstStyle/>
        <a:p>
          <a:pPr>
            <a:defRPr cap="all"/>
          </a:pPr>
          <a:r>
            <a:rPr lang="en-US"/>
            <a:t>• google-generativeai</a:t>
          </a:r>
        </a:p>
      </dgm:t>
    </dgm:pt>
    <dgm:pt modelId="{7EDC0824-A74A-4F88-BCE5-985540DF1210}" type="parTrans" cxnId="{EED39135-7CA4-471D-8E9B-5CC3891C92F3}">
      <dgm:prSet/>
      <dgm:spPr/>
      <dgm:t>
        <a:bodyPr/>
        <a:lstStyle/>
        <a:p>
          <a:endParaRPr lang="en-US"/>
        </a:p>
      </dgm:t>
    </dgm:pt>
    <dgm:pt modelId="{903B5438-A20F-452A-8B71-4ECAEF6C3121}" type="sibTrans" cxnId="{EED39135-7CA4-471D-8E9B-5CC3891C92F3}">
      <dgm:prSet/>
      <dgm:spPr/>
      <dgm:t>
        <a:bodyPr/>
        <a:lstStyle/>
        <a:p>
          <a:endParaRPr lang="en-US"/>
        </a:p>
      </dgm:t>
    </dgm:pt>
    <dgm:pt modelId="{486D1248-4B1C-4253-BAA6-1AD15EBF819F}">
      <dgm:prSet/>
      <dgm:spPr/>
      <dgm:t>
        <a:bodyPr/>
        <a:lstStyle/>
        <a:p>
          <a:pPr>
            <a:defRPr cap="all"/>
          </a:pPr>
          <a:r>
            <a:rPr lang="en-US"/>
            <a:t>• python-dotenv</a:t>
          </a:r>
        </a:p>
      </dgm:t>
    </dgm:pt>
    <dgm:pt modelId="{7A4B4AF7-9FA7-4A72-8E7B-5B30AA0A9A54}" type="parTrans" cxnId="{9B52BC56-D723-458B-8B0B-3C6B54DE4584}">
      <dgm:prSet/>
      <dgm:spPr/>
      <dgm:t>
        <a:bodyPr/>
        <a:lstStyle/>
        <a:p>
          <a:endParaRPr lang="en-US"/>
        </a:p>
      </dgm:t>
    </dgm:pt>
    <dgm:pt modelId="{879AE6B8-5950-4CC3-8590-FEF187C6BEC3}" type="sibTrans" cxnId="{9B52BC56-D723-458B-8B0B-3C6B54DE4584}">
      <dgm:prSet/>
      <dgm:spPr/>
      <dgm:t>
        <a:bodyPr/>
        <a:lstStyle/>
        <a:p>
          <a:endParaRPr lang="en-US"/>
        </a:p>
      </dgm:t>
    </dgm:pt>
    <dgm:pt modelId="{D5C3B859-12FD-4E72-81CE-C324125651EC}">
      <dgm:prSet/>
      <dgm:spPr/>
      <dgm:t>
        <a:bodyPr/>
        <a:lstStyle/>
        <a:p>
          <a:pPr>
            <a:defRPr cap="all"/>
          </a:pPr>
          <a:r>
            <a:rPr lang="en-US"/>
            <a:t>• Visual Studio Code</a:t>
          </a:r>
        </a:p>
      </dgm:t>
    </dgm:pt>
    <dgm:pt modelId="{10948C6E-3673-4EB5-8B30-D8468B58E88B}" type="parTrans" cxnId="{5A998BAE-4244-4BCC-9D08-601C84349D60}">
      <dgm:prSet/>
      <dgm:spPr/>
      <dgm:t>
        <a:bodyPr/>
        <a:lstStyle/>
        <a:p>
          <a:endParaRPr lang="en-US"/>
        </a:p>
      </dgm:t>
    </dgm:pt>
    <dgm:pt modelId="{D30E1FCC-C78F-4A3C-B694-EFF8A26BB2DD}" type="sibTrans" cxnId="{5A998BAE-4244-4BCC-9D08-601C84349D60}">
      <dgm:prSet/>
      <dgm:spPr/>
      <dgm:t>
        <a:bodyPr/>
        <a:lstStyle/>
        <a:p>
          <a:endParaRPr lang="en-US"/>
        </a:p>
      </dgm:t>
    </dgm:pt>
    <dgm:pt modelId="{F490C836-5A8C-4178-8E88-D0581246F26E}" type="pres">
      <dgm:prSet presAssocID="{7C4247D1-24FA-43A1-AA86-7FB97A9D9932}" presName="root" presStyleCnt="0">
        <dgm:presLayoutVars>
          <dgm:dir/>
          <dgm:resizeHandles val="exact"/>
        </dgm:presLayoutVars>
      </dgm:prSet>
      <dgm:spPr/>
    </dgm:pt>
    <dgm:pt modelId="{45786CB5-136E-4E49-84FF-2550AACBEDB9}" type="pres">
      <dgm:prSet presAssocID="{50842D08-920D-483A-B6C7-9177834B7FCA}" presName="compNode" presStyleCnt="0"/>
      <dgm:spPr/>
    </dgm:pt>
    <dgm:pt modelId="{848B0A3D-3DF8-474B-91A0-1032CA34BF6B}" type="pres">
      <dgm:prSet presAssocID="{50842D08-920D-483A-B6C7-9177834B7FCA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C7222F8-AA53-4B65-9DC0-3A10E3AECA22}" type="pres">
      <dgm:prSet presAssocID="{50842D08-920D-483A-B6C7-9177834B7FC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37301F6-6C4D-42DD-BAD4-20BE45416373}" type="pres">
      <dgm:prSet presAssocID="{50842D08-920D-483A-B6C7-9177834B7FCA}" presName="spaceRect" presStyleCnt="0"/>
      <dgm:spPr/>
    </dgm:pt>
    <dgm:pt modelId="{D05FCE70-36EB-4F48-9EA2-B340EC833393}" type="pres">
      <dgm:prSet presAssocID="{50842D08-920D-483A-B6C7-9177834B7FCA}" presName="textRect" presStyleLbl="revTx" presStyleIdx="0" presStyleCnt="6">
        <dgm:presLayoutVars>
          <dgm:chMax val="1"/>
          <dgm:chPref val="1"/>
        </dgm:presLayoutVars>
      </dgm:prSet>
      <dgm:spPr/>
    </dgm:pt>
    <dgm:pt modelId="{BA5034FD-7F89-4823-B311-C48A5F78AA30}" type="pres">
      <dgm:prSet presAssocID="{2DC73A5F-DE18-4F8F-8F9B-1252225C9822}" presName="sibTrans" presStyleCnt="0"/>
      <dgm:spPr/>
    </dgm:pt>
    <dgm:pt modelId="{FDB0CEEB-52D5-40C4-B64F-E5BEE3FF9555}" type="pres">
      <dgm:prSet presAssocID="{39EEAD43-FE3B-40D3-A94A-36E7880B1A39}" presName="compNode" presStyleCnt="0"/>
      <dgm:spPr/>
    </dgm:pt>
    <dgm:pt modelId="{D08F6F87-74DA-4CB7-ABD8-6050BE6F8A6F}" type="pres">
      <dgm:prSet presAssocID="{39EEAD43-FE3B-40D3-A94A-36E7880B1A39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9435D74-C7D6-459A-814E-03F06FA730ED}" type="pres">
      <dgm:prSet presAssocID="{39EEAD43-FE3B-40D3-A94A-36E7880B1A3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CE9A51F5-4256-4FB6-AB8B-482BA1236026}" type="pres">
      <dgm:prSet presAssocID="{39EEAD43-FE3B-40D3-A94A-36E7880B1A39}" presName="spaceRect" presStyleCnt="0"/>
      <dgm:spPr/>
    </dgm:pt>
    <dgm:pt modelId="{EDC35A43-4891-442B-B237-1106A25A8AF5}" type="pres">
      <dgm:prSet presAssocID="{39EEAD43-FE3B-40D3-A94A-36E7880B1A39}" presName="textRect" presStyleLbl="revTx" presStyleIdx="1" presStyleCnt="6">
        <dgm:presLayoutVars>
          <dgm:chMax val="1"/>
          <dgm:chPref val="1"/>
        </dgm:presLayoutVars>
      </dgm:prSet>
      <dgm:spPr/>
    </dgm:pt>
    <dgm:pt modelId="{1A869D9E-64BD-4FCB-A5DE-877168E44FDD}" type="pres">
      <dgm:prSet presAssocID="{740A8A04-FA35-41FB-9ABF-9A19E3844A7F}" presName="sibTrans" presStyleCnt="0"/>
      <dgm:spPr/>
    </dgm:pt>
    <dgm:pt modelId="{B81271C2-8216-4FC0-B05A-5DA07DECF52B}" type="pres">
      <dgm:prSet presAssocID="{1606C0D2-329B-4D31-A7E8-E3682D61593D}" presName="compNode" presStyleCnt="0"/>
      <dgm:spPr/>
    </dgm:pt>
    <dgm:pt modelId="{B9EF27FF-CD78-4DE7-826B-B341C50B84CA}" type="pres">
      <dgm:prSet presAssocID="{1606C0D2-329B-4D31-A7E8-E3682D61593D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6E53029B-196A-438C-ACA9-50FE76A1F33C}" type="pres">
      <dgm:prSet presAssocID="{1606C0D2-329B-4D31-A7E8-E3682D61593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6359ACE3-7C96-4151-A676-D603BD04953C}" type="pres">
      <dgm:prSet presAssocID="{1606C0D2-329B-4D31-A7E8-E3682D61593D}" presName="spaceRect" presStyleCnt="0"/>
      <dgm:spPr/>
    </dgm:pt>
    <dgm:pt modelId="{0F3D6424-4483-4917-9D69-D0B73A40D67F}" type="pres">
      <dgm:prSet presAssocID="{1606C0D2-329B-4D31-A7E8-E3682D61593D}" presName="textRect" presStyleLbl="revTx" presStyleIdx="2" presStyleCnt="6">
        <dgm:presLayoutVars>
          <dgm:chMax val="1"/>
          <dgm:chPref val="1"/>
        </dgm:presLayoutVars>
      </dgm:prSet>
      <dgm:spPr/>
    </dgm:pt>
    <dgm:pt modelId="{7564BD8E-5EB1-4024-AAB3-3B05110C5D7C}" type="pres">
      <dgm:prSet presAssocID="{D9BF5C46-FB45-458B-97F8-1213429A1189}" presName="sibTrans" presStyleCnt="0"/>
      <dgm:spPr/>
    </dgm:pt>
    <dgm:pt modelId="{461D053D-839C-44E0-AA24-B93854C92422}" type="pres">
      <dgm:prSet presAssocID="{9FAE6093-7437-4FF0-95A3-B912F4C89837}" presName="compNode" presStyleCnt="0"/>
      <dgm:spPr/>
    </dgm:pt>
    <dgm:pt modelId="{65ADAFBF-D9A1-4BB1-8B55-D972199794E5}" type="pres">
      <dgm:prSet presAssocID="{9FAE6093-7437-4FF0-95A3-B912F4C89837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B200083-FF8C-49A5-833E-1E61C7A29CA7}" type="pres">
      <dgm:prSet presAssocID="{9FAE6093-7437-4FF0-95A3-B912F4C8983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8443BA1-2C10-486E-812A-6A1AFECF8E47}" type="pres">
      <dgm:prSet presAssocID="{9FAE6093-7437-4FF0-95A3-B912F4C89837}" presName="spaceRect" presStyleCnt="0"/>
      <dgm:spPr/>
    </dgm:pt>
    <dgm:pt modelId="{B87516E9-0813-4CAB-827F-445776CB9A1A}" type="pres">
      <dgm:prSet presAssocID="{9FAE6093-7437-4FF0-95A3-B912F4C89837}" presName="textRect" presStyleLbl="revTx" presStyleIdx="3" presStyleCnt="6">
        <dgm:presLayoutVars>
          <dgm:chMax val="1"/>
          <dgm:chPref val="1"/>
        </dgm:presLayoutVars>
      </dgm:prSet>
      <dgm:spPr/>
    </dgm:pt>
    <dgm:pt modelId="{FC2DB79F-E2C1-4B5C-B02C-C58C515B747D}" type="pres">
      <dgm:prSet presAssocID="{903B5438-A20F-452A-8B71-4ECAEF6C3121}" presName="sibTrans" presStyleCnt="0"/>
      <dgm:spPr/>
    </dgm:pt>
    <dgm:pt modelId="{48B3BE72-B6FB-48A0-837E-3244B0F7BC48}" type="pres">
      <dgm:prSet presAssocID="{486D1248-4B1C-4253-BAA6-1AD15EBF819F}" presName="compNode" presStyleCnt="0"/>
      <dgm:spPr/>
    </dgm:pt>
    <dgm:pt modelId="{7C3898A1-2974-4DB5-95AB-6043658DBAF2}" type="pres">
      <dgm:prSet presAssocID="{486D1248-4B1C-4253-BAA6-1AD15EBF819F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A5D28CE-14E8-4CA6-A339-E43090E581E3}" type="pres">
      <dgm:prSet presAssocID="{486D1248-4B1C-4253-BAA6-1AD15EBF819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2CE6BD25-30F3-4792-B0A8-46B3D1748968}" type="pres">
      <dgm:prSet presAssocID="{486D1248-4B1C-4253-BAA6-1AD15EBF819F}" presName="spaceRect" presStyleCnt="0"/>
      <dgm:spPr/>
    </dgm:pt>
    <dgm:pt modelId="{8C1180B9-C924-4A8F-B4B0-8DBC1DD4C76D}" type="pres">
      <dgm:prSet presAssocID="{486D1248-4B1C-4253-BAA6-1AD15EBF819F}" presName="textRect" presStyleLbl="revTx" presStyleIdx="4" presStyleCnt="6">
        <dgm:presLayoutVars>
          <dgm:chMax val="1"/>
          <dgm:chPref val="1"/>
        </dgm:presLayoutVars>
      </dgm:prSet>
      <dgm:spPr/>
    </dgm:pt>
    <dgm:pt modelId="{F247E099-7109-4CAA-B20B-F2E2302A549E}" type="pres">
      <dgm:prSet presAssocID="{879AE6B8-5950-4CC3-8590-FEF187C6BEC3}" presName="sibTrans" presStyleCnt="0"/>
      <dgm:spPr/>
    </dgm:pt>
    <dgm:pt modelId="{5EE7D20B-BC50-4E1F-B6CF-9B77B4C08323}" type="pres">
      <dgm:prSet presAssocID="{D5C3B859-12FD-4E72-81CE-C324125651EC}" presName="compNode" presStyleCnt="0"/>
      <dgm:spPr/>
    </dgm:pt>
    <dgm:pt modelId="{671EF451-60CC-4135-85F2-EC23A4E78FB7}" type="pres">
      <dgm:prSet presAssocID="{D5C3B859-12FD-4E72-81CE-C324125651EC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2635F93-B205-4606-A710-4C910C94B30A}" type="pres">
      <dgm:prSet presAssocID="{D5C3B859-12FD-4E72-81CE-C324125651E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F222382-55BE-4BBF-A79F-230CCF286808}" type="pres">
      <dgm:prSet presAssocID="{D5C3B859-12FD-4E72-81CE-C324125651EC}" presName="spaceRect" presStyleCnt="0"/>
      <dgm:spPr/>
    </dgm:pt>
    <dgm:pt modelId="{1D2FC70D-6524-433A-9587-9FFEBBDCFA14}" type="pres">
      <dgm:prSet presAssocID="{D5C3B859-12FD-4E72-81CE-C324125651E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1A29A01-2C67-4589-BACF-F1484681FA7F}" type="presOf" srcId="{7C4247D1-24FA-43A1-AA86-7FB97A9D9932}" destId="{F490C836-5A8C-4178-8E88-D0581246F26E}" srcOrd="0" destOrd="0" presId="urn:microsoft.com/office/officeart/2018/5/layout/IconLeafLabelList"/>
    <dgm:cxn modelId="{72D0FA10-4A49-4D7E-8BE5-B52FF61F19F3}" srcId="{7C4247D1-24FA-43A1-AA86-7FB97A9D9932}" destId="{50842D08-920D-483A-B6C7-9177834B7FCA}" srcOrd="0" destOrd="0" parTransId="{9104C1CA-7FB6-446F-BD97-05D15EDDCEEC}" sibTransId="{2DC73A5F-DE18-4F8F-8F9B-1252225C9822}"/>
    <dgm:cxn modelId="{EED39135-7CA4-471D-8E9B-5CC3891C92F3}" srcId="{7C4247D1-24FA-43A1-AA86-7FB97A9D9932}" destId="{9FAE6093-7437-4FF0-95A3-B912F4C89837}" srcOrd="3" destOrd="0" parTransId="{7EDC0824-A74A-4F88-BCE5-985540DF1210}" sibTransId="{903B5438-A20F-452A-8B71-4ECAEF6C3121}"/>
    <dgm:cxn modelId="{C9A2EC3D-9E62-46ED-999F-E53AC0590F0D}" srcId="{7C4247D1-24FA-43A1-AA86-7FB97A9D9932}" destId="{39EEAD43-FE3B-40D3-A94A-36E7880B1A39}" srcOrd="1" destOrd="0" parTransId="{3F78E170-8593-4D9B-9717-B750A406960F}" sibTransId="{740A8A04-FA35-41FB-9ABF-9A19E3844A7F}"/>
    <dgm:cxn modelId="{09BE7D4D-7674-4966-A3ED-CA84D9902806}" type="presOf" srcId="{39EEAD43-FE3B-40D3-A94A-36E7880B1A39}" destId="{EDC35A43-4891-442B-B237-1106A25A8AF5}" srcOrd="0" destOrd="0" presId="urn:microsoft.com/office/officeart/2018/5/layout/IconLeafLabelList"/>
    <dgm:cxn modelId="{EEB55D52-ED90-4A7F-98A4-BE50FA837A75}" type="presOf" srcId="{50842D08-920D-483A-B6C7-9177834B7FCA}" destId="{D05FCE70-36EB-4F48-9EA2-B340EC833393}" srcOrd="0" destOrd="0" presId="urn:microsoft.com/office/officeart/2018/5/layout/IconLeafLabelList"/>
    <dgm:cxn modelId="{9B52BC56-D723-458B-8B0B-3C6B54DE4584}" srcId="{7C4247D1-24FA-43A1-AA86-7FB97A9D9932}" destId="{486D1248-4B1C-4253-BAA6-1AD15EBF819F}" srcOrd="4" destOrd="0" parTransId="{7A4B4AF7-9FA7-4A72-8E7B-5B30AA0A9A54}" sibTransId="{879AE6B8-5950-4CC3-8590-FEF187C6BEC3}"/>
    <dgm:cxn modelId="{4800866C-97A1-42B1-AEE9-D236F6F821D7}" type="presOf" srcId="{1606C0D2-329B-4D31-A7E8-E3682D61593D}" destId="{0F3D6424-4483-4917-9D69-D0B73A40D67F}" srcOrd="0" destOrd="0" presId="urn:microsoft.com/office/officeart/2018/5/layout/IconLeafLabelList"/>
    <dgm:cxn modelId="{CB00D780-EBAF-4C6B-A04C-98B5B40CC8B3}" type="presOf" srcId="{9FAE6093-7437-4FF0-95A3-B912F4C89837}" destId="{B87516E9-0813-4CAB-827F-445776CB9A1A}" srcOrd="0" destOrd="0" presId="urn:microsoft.com/office/officeart/2018/5/layout/IconLeafLabelList"/>
    <dgm:cxn modelId="{23320FA1-EF59-4DF5-8C3F-DA5ED3EAC152}" type="presOf" srcId="{D5C3B859-12FD-4E72-81CE-C324125651EC}" destId="{1D2FC70D-6524-433A-9587-9FFEBBDCFA14}" srcOrd="0" destOrd="0" presId="urn:microsoft.com/office/officeart/2018/5/layout/IconLeafLabelList"/>
    <dgm:cxn modelId="{5A998BAE-4244-4BCC-9D08-601C84349D60}" srcId="{7C4247D1-24FA-43A1-AA86-7FB97A9D9932}" destId="{D5C3B859-12FD-4E72-81CE-C324125651EC}" srcOrd="5" destOrd="0" parTransId="{10948C6E-3673-4EB5-8B30-D8468B58E88B}" sibTransId="{D30E1FCC-C78F-4A3C-B694-EFF8A26BB2DD}"/>
    <dgm:cxn modelId="{BF6984AF-4666-4499-84C7-060261452419}" srcId="{7C4247D1-24FA-43A1-AA86-7FB97A9D9932}" destId="{1606C0D2-329B-4D31-A7E8-E3682D61593D}" srcOrd="2" destOrd="0" parTransId="{1D97AA03-F830-46A5-A224-4E7C2BD13B8A}" sibTransId="{D9BF5C46-FB45-458B-97F8-1213429A1189}"/>
    <dgm:cxn modelId="{66B44BF0-F5AE-4D2B-B9E4-0EE1804063C3}" type="presOf" srcId="{486D1248-4B1C-4253-BAA6-1AD15EBF819F}" destId="{8C1180B9-C924-4A8F-B4B0-8DBC1DD4C76D}" srcOrd="0" destOrd="0" presId="urn:microsoft.com/office/officeart/2018/5/layout/IconLeafLabelList"/>
    <dgm:cxn modelId="{BE1B4E92-A605-43D3-A68D-160AF73480A9}" type="presParOf" srcId="{F490C836-5A8C-4178-8E88-D0581246F26E}" destId="{45786CB5-136E-4E49-84FF-2550AACBEDB9}" srcOrd="0" destOrd="0" presId="urn:microsoft.com/office/officeart/2018/5/layout/IconLeafLabelList"/>
    <dgm:cxn modelId="{03189FDD-95A2-4159-AD39-060619374113}" type="presParOf" srcId="{45786CB5-136E-4E49-84FF-2550AACBEDB9}" destId="{848B0A3D-3DF8-474B-91A0-1032CA34BF6B}" srcOrd="0" destOrd="0" presId="urn:microsoft.com/office/officeart/2018/5/layout/IconLeafLabelList"/>
    <dgm:cxn modelId="{08CA2AFF-56E7-44AD-B239-19020F81360B}" type="presParOf" srcId="{45786CB5-136E-4E49-84FF-2550AACBEDB9}" destId="{9C7222F8-AA53-4B65-9DC0-3A10E3AECA22}" srcOrd="1" destOrd="0" presId="urn:microsoft.com/office/officeart/2018/5/layout/IconLeafLabelList"/>
    <dgm:cxn modelId="{54A0B32B-0628-4E69-A963-BA4E9A5BC0B3}" type="presParOf" srcId="{45786CB5-136E-4E49-84FF-2550AACBEDB9}" destId="{E37301F6-6C4D-42DD-BAD4-20BE45416373}" srcOrd="2" destOrd="0" presId="urn:microsoft.com/office/officeart/2018/5/layout/IconLeafLabelList"/>
    <dgm:cxn modelId="{01C593B8-0DE5-44C9-B697-5747778A5568}" type="presParOf" srcId="{45786CB5-136E-4E49-84FF-2550AACBEDB9}" destId="{D05FCE70-36EB-4F48-9EA2-B340EC833393}" srcOrd="3" destOrd="0" presId="urn:microsoft.com/office/officeart/2018/5/layout/IconLeafLabelList"/>
    <dgm:cxn modelId="{4B27ED51-C950-4C4D-A087-714B8B5385BB}" type="presParOf" srcId="{F490C836-5A8C-4178-8E88-D0581246F26E}" destId="{BA5034FD-7F89-4823-B311-C48A5F78AA30}" srcOrd="1" destOrd="0" presId="urn:microsoft.com/office/officeart/2018/5/layout/IconLeafLabelList"/>
    <dgm:cxn modelId="{6C13EFC9-4BD3-4C51-8237-63B2C0435DE4}" type="presParOf" srcId="{F490C836-5A8C-4178-8E88-D0581246F26E}" destId="{FDB0CEEB-52D5-40C4-B64F-E5BEE3FF9555}" srcOrd="2" destOrd="0" presId="urn:microsoft.com/office/officeart/2018/5/layout/IconLeafLabelList"/>
    <dgm:cxn modelId="{9A8671CC-3BE6-486A-BD6B-C796BCBD2242}" type="presParOf" srcId="{FDB0CEEB-52D5-40C4-B64F-E5BEE3FF9555}" destId="{D08F6F87-74DA-4CB7-ABD8-6050BE6F8A6F}" srcOrd="0" destOrd="0" presId="urn:microsoft.com/office/officeart/2018/5/layout/IconLeafLabelList"/>
    <dgm:cxn modelId="{75777270-483C-43B4-9C2B-42E32EFC41F0}" type="presParOf" srcId="{FDB0CEEB-52D5-40C4-B64F-E5BEE3FF9555}" destId="{59435D74-C7D6-459A-814E-03F06FA730ED}" srcOrd="1" destOrd="0" presId="urn:microsoft.com/office/officeart/2018/5/layout/IconLeafLabelList"/>
    <dgm:cxn modelId="{791F104B-C674-4327-AF30-08456B37015E}" type="presParOf" srcId="{FDB0CEEB-52D5-40C4-B64F-E5BEE3FF9555}" destId="{CE9A51F5-4256-4FB6-AB8B-482BA1236026}" srcOrd="2" destOrd="0" presId="urn:microsoft.com/office/officeart/2018/5/layout/IconLeafLabelList"/>
    <dgm:cxn modelId="{2E03BCE6-69E0-46FB-940B-AE021E60B079}" type="presParOf" srcId="{FDB0CEEB-52D5-40C4-B64F-E5BEE3FF9555}" destId="{EDC35A43-4891-442B-B237-1106A25A8AF5}" srcOrd="3" destOrd="0" presId="urn:microsoft.com/office/officeart/2018/5/layout/IconLeafLabelList"/>
    <dgm:cxn modelId="{1D4DB3F0-BE20-48BC-A36C-560E41CB89E2}" type="presParOf" srcId="{F490C836-5A8C-4178-8E88-D0581246F26E}" destId="{1A869D9E-64BD-4FCB-A5DE-877168E44FDD}" srcOrd="3" destOrd="0" presId="urn:microsoft.com/office/officeart/2018/5/layout/IconLeafLabelList"/>
    <dgm:cxn modelId="{45FA4660-3188-4C20-957C-4CC3E11D5EFA}" type="presParOf" srcId="{F490C836-5A8C-4178-8E88-D0581246F26E}" destId="{B81271C2-8216-4FC0-B05A-5DA07DECF52B}" srcOrd="4" destOrd="0" presId="urn:microsoft.com/office/officeart/2018/5/layout/IconLeafLabelList"/>
    <dgm:cxn modelId="{B75798CB-AB1A-4B05-9898-EFE0FDB07C4C}" type="presParOf" srcId="{B81271C2-8216-4FC0-B05A-5DA07DECF52B}" destId="{B9EF27FF-CD78-4DE7-826B-B341C50B84CA}" srcOrd="0" destOrd="0" presId="urn:microsoft.com/office/officeart/2018/5/layout/IconLeafLabelList"/>
    <dgm:cxn modelId="{03B301FA-6C80-4C86-86D2-AA5C8FFA7599}" type="presParOf" srcId="{B81271C2-8216-4FC0-B05A-5DA07DECF52B}" destId="{6E53029B-196A-438C-ACA9-50FE76A1F33C}" srcOrd="1" destOrd="0" presId="urn:microsoft.com/office/officeart/2018/5/layout/IconLeafLabelList"/>
    <dgm:cxn modelId="{A46C5296-69F2-4392-A509-30462C816430}" type="presParOf" srcId="{B81271C2-8216-4FC0-B05A-5DA07DECF52B}" destId="{6359ACE3-7C96-4151-A676-D603BD04953C}" srcOrd="2" destOrd="0" presId="urn:microsoft.com/office/officeart/2018/5/layout/IconLeafLabelList"/>
    <dgm:cxn modelId="{5299E5DB-BE31-4516-A6CB-92C2DB524CF1}" type="presParOf" srcId="{B81271C2-8216-4FC0-B05A-5DA07DECF52B}" destId="{0F3D6424-4483-4917-9D69-D0B73A40D67F}" srcOrd="3" destOrd="0" presId="urn:microsoft.com/office/officeart/2018/5/layout/IconLeafLabelList"/>
    <dgm:cxn modelId="{133BD5F6-6565-40C0-8F55-8BA378A57C40}" type="presParOf" srcId="{F490C836-5A8C-4178-8E88-D0581246F26E}" destId="{7564BD8E-5EB1-4024-AAB3-3B05110C5D7C}" srcOrd="5" destOrd="0" presId="urn:microsoft.com/office/officeart/2018/5/layout/IconLeafLabelList"/>
    <dgm:cxn modelId="{D207402E-8D81-4F95-904C-CCE5DB3DE960}" type="presParOf" srcId="{F490C836-5A8C-4178-8E88-D0581246F26E}" destId="{461D053D-839C-44E0-AA24-B93854C92422}" srcOrd="6" destOrd="0" presId="urn:microsoft.com/office/officeart/2018/5/layout/IconLeafLabelList"/>
    <dgm:cxn modelId="{F867DCBE-7041-4BD7-9286-BDB3E4683AFD}" type="presParOf" srcId="{461D053D-839C-44E0-AA24-B93854C92422}" destId="{65ADAFBF-D9A1-4BB1-8B55-D972199794E5}" srcOrd="0" destOrd="0" presId="urn:microsoft.com/office/officeart/2018/5/layout/IconLeafLabelList"/>
    <dgm:cxn modelId="{3343F6AA-F93D-414D-93DB-5C0221A34367}" type="presParOf" srcId="{461D053D-839C-44E0-AA24-B93854C92422}" destId="{BB200083-FF8C-49A5-833E-1E61C7A29CA7}" srcOrd="1" destOrd="0" presId="urn:microsoft.com/office/officeart/2018/5/layout/IconLeafLabelList"/>
    <dgm:cxn modelId="{80898E19-D4EF-48F7-88CC-009640C871F1}" type="presParOf" srcId="{461D053D-839C-44E0-AA24-B93854C92422}" destId="{C8443BA1-2C10-486E-812A-6A1AFECF8E47}" srcOrd="2" destOrd="0" presId="urn:microsoft.com/office/officeart/2018/5/layout/IconLeafLabelList"/>
    <dgm:cxn modelId="{F580E346-7EC4-4898-976D-D84775FF3D1B}" type="presParOf" srcId="{461D053D-839C-44E0-AA24-B93854C92422}" destId="{B87516E9-0813-4CAB-827F-445776CB9A1A}" srcOrd="3" destOrd="0" presId="urn:microsoft.com/office/officeart/2018/5/layout/IconLeafLabelList"/>
    <dgm:cxn modelId="{C7D45FC5-4D56-4403-8396-D9729C6E8332}" type="presParOf" srcId="{F490C836-5A8C-4178-8E88-D0581246F26E}" destId="{FC2DB79F-E2C1-4B5C-B02C-C58C515B747D}" srcOrd="7" destOrd="0" presId="urn:microsoft.com/office/officeart/2018/5/layout/IconLeafLabelList"/>
    <dgm:cxn modelId="{1C8F1441-7147-4C83-B3F6-C8D5940E0399}" type="presParOf" srcId="{F490C836-5A8C-4178-8E88-D0581246F26E}" destId="{48B3BE72-B6FB-48A0-837E-3244B0F7BC48}" srcOrd="8" destOrd="0" presId="urn:microsoft.com/office/officeart/2018/5/layout/IconLeafLabelList"/>
    <dgm:cxn modelId="{7C794E40-EE03-495C-A3A3-47C8CB5349ED}" type="presParOf" srcId="{48B3BE72-B6FB-48A0-837E-3244B0F7BC48}" destId="{7C3898A1-2974-4DB5-95AB-6043658DBAF2}" srcOrd="0" destOrd="0" presId="urn:microsoft.com/office/officeart/2018/5/layout/IconLeafLabelList"/>
    <dgm:cxn modelId="{DCCC1597-42BA-4F1B-A204-A6E222D7CD70}" type="presParOf" srcId="{48B3BE72-B6FB-48A0-837E-3244B0F7BC48}" destId="{AA5D28CE-14E8-4CA6-A339-E43090E581E3}" srcOrd="1" destOrd="0" presId="urn:microsoft.com/office/officeart/2018/5/layout/IconLeafLabelList"/>
    <dgm:cxn modelId="{6C2EE8F7-FD59-4637-A24D-6465F665071C}" type="presParOf" srcId="{48B3BE72-B6FB-48A0-837E-3244B0F7BC48}" destId="{2CE6BD25-30F3-4792-B0A8-46B3D1748968}" srcOrd="2" destOrd="0" presId="urn:microsoft.com/office/officeart/2018/5/layout/IconLeafLabelList"/>
    <dgm:cxn modelId="{10B0C7FA-4C66-4F2D-9C4E-73C0D0E7BBB6}" type="presParOf" srcId="{48B3BE72-B6FB-48A0-837E-3244B0F7BC48}" destId="{8C1180B9-C924-4A8F-B4B0-8DBC1DD4C76D}" srcOrd="3" destOrd="0" presId="urn:microsoft.com/office/officeart/2018/5/layout/IconLeafLabelList"/>
    <dgm:cxn modelId="{956F5B23-1869-4037-B405-E7DE1553FE21}" type="presParOf" srcId="{F490C836-5A8C-4178-8E88-D0581246F26E}" destId="{F247E099-7109-4CAA-B20B-F2E2302A549E}" srcOrd="9" destOrd="0" presId="urn:microsoft.com/office/officeart/2018/5/layout/IconLeafLabelList"/>
    <dgm:cxn modelId="{096998C8-0CED-4E16-BB39-954CC1C091A7}" type="presParOf" srcId="{F490C836-5A8C-4178-8E88-D0581246F26E}" destId="{5EE7D20B-BC50-4E1F-B6CF-9B77B4C08323}" srcOrd="10" destOrd="0" presId="urn:microsoft.com/office/officeart/2018/5/layout/IconLeafLabelList"/>
    <dgm:cxn modelId="{BC653453-B658-4353-96BF-FAA8DD292410}" type="presParOf" srcId="{5EE7D20B-BC50-4E1F-B6CF-9B77B4C08323}" destId="{671EF451-60CC-4135-85F2-EC23A4E78FB7}" srcOrd="0" destOrd="0" presId="urn:microsoft.com/office/officeart/2018/5/layout/IconLeafLabelList"/>
    <dgm:cxn modelId="{87F9174D-2625-4271-8DBB-D5719DD7788C}" type="presParOf" srcId="{5EE7D20B-BC50-4E1F-B6CF-9B77B4C08323}" destId="{F2635F93-B205-4606-A710-4C910C94B30A}" srcOrd="1" destOrd="0" presId="urn:microsoft.com/office/officeart/2018/5/layout/IconLeafLabelList"/>
    <dgm:cxn modelId="{AF8532E9-D6C7-4590-943A-3782B4F1CA8B}" type="presParOf" srcId="{5EE7D20B-BC50-4E1F-B6CF-9B77B4C08323}" destId="{FF222382-55BE-4BBF-A79F-230CCF286808}" srcOrd="2" destOrd="0" presId="urn:microsoft.com/office/officeart/2018/5/layout/IconLeafLabelList"/>
    <dgm:cxn modelId="{20C14F94-227C-411D-9B6F-8F289A93BF33}" type="presParOf" srcId="{5EE7D20B-BC50-4E1F-B6CF-9B77B4C08323}" destId="{1D2FC70D-6524-433A-9587-9FFEBBDCFA1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C55280-5FED-4A28-B07D-B19C703123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00D4EB-A2AA-43E5-8086-25DF52D27944}">
      <dgm:prSet/>
      <dgm:spPr/>
      <dgm:t>
        <a:bodyPr/>
        <a:lstStyle/>
        <a:p>
          <a:r>
            <a:rPr lang="en-US"/>
            <a:t>• Faster clinical note review</a:t>
          </a:r>
        </a:p>
      </dgm:t>
    </dgm:pt>
    <dgm:pt modelId="{75F6C34B-6F2A-472D-B409-C07CBCBB6FED}" type="parTrans" cxnId="{39435FB4-E713-4BE0-88C6-D422DB66B92E}">
      <dgm:prSet/>
      <dgm:spPr/>
      <dgm:t>
        <a:bodyPr/>
        <a:lstStyle/>
        <a:p>
          <a:endParaRPr lang="en-US"/>
        </a:p>
      </dgm:t>
    </dgm:pt>
    <dgm:pt modelId="{1EE3AE84-7DAE-4964-B14D-563A338524C4}" type="sibTrans" cxnId="{39435FB4-E713-4BE0-88C6-D422DB66B92E}">
      <dgm:prSet/>
      <dgm:spPr/>
      <dgm:t>
        <a:bodyPr/>
        <a:lstStyle/>
        <a:p>
          <a:endParaRPr lang="en-US"/>
        </a:p>
      </dgm:t>
    </dgm:pt>
    <dgm:pt modelId="{E751719F-81B4-4405-A908-ACF5D84D4F68}">
      <dgm:prSet/>
      <dgm:spPr/>
      <dgm:t>
        <a:bodyPr/>
        <a:lstStyle/>
        <a:p>
          <a:r>
            <a:rPr lang="en-US"/>
            <a:t>• Reduced manual effort</a:t>
          </a:r>
        </a:p>
      </dgm:t>
    </dgm:pt>
    <dgm:pt modelId="{3FCFE0EF-EAA0-4674-88F7-61473CB945FB}" type="parTrans" cxnId="{CC8266CE-73B4-4152-AEB2-AFCEF8D0AA55}">
      <dgm:prSet/>
      <dgm:spPr/>
      <dgm:t>
        <a:bodyPr/>
        <a:lstStyle/>
        <a:p>
          <a:endParaRPr lang="en-US"/>
        </a:p>
      </dgm:t>
    </dgm:pt>
    <dgm:pt modelId="{C8A574B4-6246-4844-9843-6503F25745D8}" type="sibTrans" cxnId="{CC8266CE-73B4-4152-AEB2-AFCEF8D0AA55}">
      <dgm:prSet/>
      <dgm:spPr/>
      <dgm:t>
        <a:bodyPr/>
        <a:lstStyle/>
        <a:p>
          <a:endParaRPr lang="en-US"/>
        </a:p>
      </dgm:t>
    </dgm:pt>
    <dgm:pt modelId="{DA409ADE-7D59-4B09-AF13-267247255B24}">
      <dgm:prSet/>
      <dgm:spPr/>
      <dgm:t>
        <a:bodyPr/>
        <a:lstStyle/>
        <a:p>
          <a:r>
            <a:rPr lang="en-US"/>
            <a:t>• Improved documentation consistency</a:t>
          </a:r>
        </a:p>
      </dgm:t>
    </dgm:pt>
    <dgm:pt modelId="{1E9652D3-21A1-4DD8-BAD8-66D6E0F8CFEB}" type="parTrans" cxnId="{2C7BDB12-0559-4AB1-9875-9939E7DBE869}">
      <dgm:prSet/>
      <dgm:spPr/>
      <dgm:t>
        <a:bodyPr/>
        <a:lstStyle/>
        <a:p>
          <a:endParaRPr lang="en-US"/>
        </a:p>
      </dgm:t>
    </dgm:pt>
    <dgm:pt modelId="{889BCD81-FD4A-4392-8511-1518A04FF9B9}" type="sibTrans" cxnId="{2C7BDB12-0559-4AB1-9875-9939E7DBE869}">
      <dgm:prSet/>
      <dgm:spPr/>
      <dgm:t>
        <a:bodyPr/>
        <a:lstStyle/>
        <a:p>
          <a:endParaRPr lang="en-US"/>
        </a:p>
      </dgm:t>
    </dgm:pt>
    <dgm:pt modelId="{24CEAB5B-3AF9-4A82-ADAA-780F81CAF9D2}">
      <dgm:prSet/>
      <dgm:spPr/>
      <dgm:t>
        <a:bodyPr/>
        <a:lstStyle/>
        <a:p>
          <a:r>
            <a:rPr lang="en-US"/>
            <a:t>• Better identification of high-risk cases</a:t>
          </a:r>
        </a:p>
      </dgm:t>
    </dgm:pt>
    <dgm:pt modelId="{AE09236C-CF7A-4AA0-9B15-E23390958275}" type="parTrans" cxnId="{F78362FA-92DE-4866-A651-2E0E180BA665}">
      <dgm:prSet/>
      <dgm:spPr/>
      <dgm:t>
        <a:bodyPr/>
        <a:lstStyle/>
        <a:p>
          <a:endParaRPr lang="en-US"/>
        </a:p>
      </dgm:t>
    </dgm:pt>
    <dgm:pt modelId="{91CD1482-18C4-4523-88FC-B1BAFF5A4815}" type="sibTrans" cxnId="{F78362FA-92DE-4866-A651-2E0E180BA665}">
      <dgm:prSet/>
      <dgm:spPr/>
      <dgm:t>
        <a:bodyPr/>
        <a:lstStyle/>
        <a:p>
          <a:endParaRPr lang="en-US"/>
        </a:p>
      </dgm:t>
    </dgm:pt>
    <dgm:pt modelId="{8E2515A0-9394-4CE6-A969-A0D2625CD464}">
      <dgm:prSet/>
      <dgm:spPr/>
      <dgm:t>
        <a:bodyPr/>
        <a:lstStyle/>
        <a:p>
          <a:r>
            <a:rPr lang="en-US"/>
            <a:t>• Improved operational efficiency</a:t>
          </a:r>
        </a:p>
      </dgm:t>
    </dgm:pt>
    <dgm:pt modelId="{14FAC704-E6AA-4CEB-A4F0-17769898E018}" type="parTrans" cxnId="{A5A0A414-B825-42F0-99CA-9FF792D6A422}">
      <dgm:prSet/>
      <dgm:spPr/>
      <dgm:t>
        <a:bodyPr/>
        <a:lstStyle/>
        <a:p>
          <a:endParaRPr lang="en-US"/>
        </a:p>
      </dgm:t>
    </dgm:pt>
    <dgm:pt modelId="{5324A7C6-D10E-43B0-B46D-28E31A30F39D}" type="sibTrans" cxnId="{A5A0A414-B825-42F0-99CA-9FF792D6A422}">
      <dgm:prSet/>
      <dgm:spPr/>
      <dgm:t>
        <a:bodyPr/>
        <a:lstStyle/>
        <a:p>
          <a:endParaRPr lang="en-US"/>
        </a:p>
      </dgm:t>
    </dgm:pt>
    <dgm:pt modelId="{55515958-A316-43D5-8094-7980ED1EF381}" type="pres">
      <dgm:prSet presAssocID="{52C55280-5FED-4A28-B07D-B19C7031239C}" presName="root" presStyleCnt="0">
        <dgm:presLayoutVars>
          <dgm:dir/>
          <dgm:resizeHandles val="exact"/>
        </dgm:presLayoutVars>
      </dgm:prSet>
      <dgm:spPr/>
    </dgm:pt>
    <dgm:pt modelId="{4ED2ACE5-A004-4E67-9BE6-BF78DA29F717}" type="pres">
      <dgm:prSet presAssocID="{4B00D4EB-A2AA-43E5-8086-25DF52D27944}" presName="compNode" presStyleCnt="0"/>
      <dgm:spPr/>
    </dgm:pt>
    <dgm:pt modelId="{B18ADAE2-7123-4F5D-A626-9A2615D55560}" type="pres">
      <dgm:prSet presAssocID="{4B00D4EB-A2AA-43E5-8086-25DF52D27944}" presName="bgRect" presStyleLbl="bgShp" presStyleIdx="0" presStyleCnt="5"/>
      <dgm:spPr/>
    </dgm:pt>
    <dgm:pt modelId="{042A4C29-9FED-436B-A3D8-65F225DB5665}" type="pres">
      <dgm:prSet presAssocID="{4B00D4EB-A2AA-43E5-8086-25DF52D2794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0ED7247C-62E1-476A-9B74-3EB1F863D8A1}" type="pres">
      <dgm:prSet presAssocID="{4B00D4EB-A2AA-43E5-8086-25DF52D27944}" presName="spaceRect" presStyleCnt="0"/>
      <dgm:spPr/>
    </dgm:pt>
    <dgm:pt modelId="{ACF30E39-F158-47BC-BC2F-B1C83C9F21C6}" type="pres">
      <dgm:prSet presAssocID="{4B00D4EB-A2AA-43E5-8086-25DF52D27944}" presName="parTx" presStyleLbl="revTx" presStyleIdx="0" presStyleCnt="5">
        <dgm:presLayoutVars>
          <dgm:chMax val="0"/>
          <dgm:chPref val="0"/>
        </dgm:presLayoutVars>
      </dgm:prSet>
      <dgm:spPr/>
    </dgm:pt>
    <dgm:pt modelId="{7F5AB64F-A43B-4236-A5AE-B66900B3514C}" type="pres">
      <dgm:prSet presAssocID="{1EE3AE84-7DAE-4964-B14D-563A338524C4}" presName="sibTrans" presStyleCnt="0"/>
      <dgm:spPr/>
    </dgm:pt>
    <dgm:pt modelId="{C01807EF-D13E-48C7-BA40-BDEF8E131A24}" type="pres">
      <dgm:prSet presAssocID="{E751719F-81B4-4405-A908-ACF5D84D4F68}" presName="compNode" presStyleCnt="0"/>
      <dgm:spPr/>
    </dgm:pt>
    <dgm:pt modelId="{E8446805-AB65-4F0F-83DF-665B08054CFA}" type="pres">
      <dgm:prSet presAssocID="{E751719F-81B4-4405-A908-ACF5D84D4F68}" presName="bgRect" presStyleLbl="bgShp" presStyleIdx="1" presStyleCnt="5"/>
      <dgm:spPr/>
    </dgm:pt>
    <dgm:pt modelId="{5742DA2A-81A9-4A51-B359-E80B42FEEFF7}" type="pres">
      <dgm:prSet presAssocID="{E751719F-81B4-4405-A908-ACF5D84D4F6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38F506E2-4A77-4A63-8112-CC896D4D5E54}" type="pres">
      <dgm:prSet presAssocID="{E751719F-81B4-4405-A908-ACF5D84D4F68}" presName="spaceRect" presStyleCnt="0"/>
      <dgm:spPr/>
    </dgm:pt>
    <dgm:pt modelId="{31C5F438-3557-48D0-B0E2-7036E667C16A}" type="pres">
      <dgm:prSet presAssocID="{E751719F-81B4-4405-A908-ACF5D84D4F68}" presName="parTx" presStyleLbl="revTx" presStyleIdx="1" presStyleCnt="5">
        <dgm:presLayoutVars>
          <dgm:chMax val="0"/>
          <dgm:chPref val="0"/>
        </dgm:presLayoutVars>
      </dgm:prSet>
      <dgm:spPr/>
    </dgm:pt>
    <dgm:pt modelId="{5667040B-7674-432F-AAD4-B637427EF578}" type="pres">
      <dgm:prSet presAssocID="{C8A574B4-6246-4844-9843-6503F25745D8}" presName="sibTrans" presStyleCnt="0"/>
      <dgm:spPr/>
    </dgm:pt>
    <dgm:pt modelId="{57D19F6F-BC06-45FC-9356-001C1545395B}" type="pres">
      <dgm:prSet presAssocID="{DA409ADE-7D59-4B09-AF13-267247255B24}" presName="compNode" presStyleCnt="0"/>
      <dgm:spPr/>
    </dgm:pt>
    <dgm:pt modelId="{B15A7605-B247-4762-AB53-A9FDDF8FAC96}" type="pres">
      <dgm:prSet presAssocID="{DA409ADE-7D59-4B09-AF13-267247255B24}" presName="bgRect" presStyleLbl="bgShp" presStyleIdx="2" presStyleCnt="5"/>
      <dgm:spPr/>
    </dgm:pt>
    <dgm:pt modelId="{0B3EEDE6-D00A-4CFE-8215-4C956235E517}" type="pres">
      <dgm:prSet presAssocID="{DA409ADE-7D59-4B09-AF13-267247255B2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F9B9265-7DBD-415C-9C42-85D254F1CC21}" type="pres">
      <dgm:prSet presAssocID="{DA409ADE-7D59-4B09-AF13-267247255B24}" presName="spaceRect" presStyleCnt="0"/>
      <dgm:spPr/>
    </dgm:pt>
    <dgm:pt modelId="{623BC65B-C74F-443A-8179-4C9BCD6FD082}" type="pres">
      <dgm:prSet presAssocID="{DA409ADE-7D59-4B09-AF13-267247255B24}" presName="parTx" presStyleLbl="revTx" presStyleIdx="2" presStyleCnt="5">
        <dgm:presLayoutVars>
          <dgm:chMax val="0"/>
          <dgm:chPref val="0"/>
        </dgm:presLayoutVars>
      </dgm:prSet>
      <dgm:spPr/>
    </dgm:pt>
    <dgm:pt modelId="{94368CF7-1867-464A-BB83-A81789652C1F}" type="pres">
      <dgm:prSet presAssocID="{889BCD81-FD4A-4392-8511-1518A04FF9B9}" presName="sibTrans" presStyleCnt="0"/>
      <dgm:spPr/>
    </dgm:pt>
    <dgm:pt modelId="{8CCA1C41-B911-4BEB-AF5A-FB90F01F83CC}" type="pres">
      <dgm:prSet presAssocID="{24CEAB5B-3AF9-4A82-ADAA-780F81CAF9D2}" presName="compNode" presStyleCnt="0"/>
      <dgm:spPr/>
    </dgm:pt>
    <dgm:pt modelId="{CECFD2C4-AA75-40E1-97C1-E513F134CFC7}" type="pres">
      <dgm:prSet presAssocID="{24CEAB5B-3AF9-4A82-ADAA-780F81CAF9D2}" presName="bgRect" presStyleLbl="bgShp" presStyleIdx="3" presStyleCnt="5"/>
      <dgm:spPr/>
    </dgm:pt>
    <dgm:pt modelId="{1F1A7061-14A1-4E0F-A342-184160CBB559}" type="pres">
      <dgm:prSet presAssocID="{24CEAB5B-3AF9-4A82-ADAA-780F81CAF9D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30F57EDF-4E58-4730-9D54-B605761FE1D0}" type="pres">
      <dgm:prSet presAssocID="{24CEAB5B-3AF9-4A82-ADAA-780F81CAF9D2}" presName="spaceRect" presStyleCnt="0"/>
      <dgm:spPr/>
    </dgm:pt>
    <dgm:pt modelId="{36FEF77B-929C-4EC4-AC26-A7CC4FB5D7C0}" type="pres">
      <dgm:prSet presAssocID="{24CEAB5B-3AF9-4A82-ADAA-780F81CAF9D2}" presName="parTx" presStyleLbl="revTx" presStyleIdx="3" presStyleCnt="5">
        <dgm:presLayoutVars>
          <dgm:chMax val="0"/>
          <dgm:chPref val="0"/>
        </dgm:presLayoutVars>
      </dgm:prSet>
      <dgm:spPr/>
    </dgm:pt>
    <dgm:pt modelId="{E01A5E65-46F0-49F0-B01E-102AA8E43DA4}" type="pres">
      <dgm:prSet presAssocID="{91CD1482-18C4-4523-88FC-B1BAFF5A4815}" presName="sibTrans" presStyleCnt="0"/>
      <dgm:spPr/>
    </dgm:pt>
    <dgm:pt modelId="{EE5D3AEB-67E4-42C5-BFBD-5E5C5505E5B1}" type="pres">
      <dgm:prSet presAssocID="{8E2515A0-9394-4CE6-A969-A0D2625CD464}" presName="compNode" presStyleCnt="0"/>
      <dgm:spPr/>
    </dgm:pt>
    <dgm:pt modelId="{FA33A755-A68B-43E6-9563-327528B8C721}" type="pres">
      <dgm:prSet presAssocID="{8E2515A0-9394-4CE6-A969-A0D2625CD464}" presName="bgRect" presStyleLbl="bgShp" presStyleIdx="4" presStyleCnt="5"/>
      <dgm:spPr/>
    </dgm:pt>
    <dgm:pt modelId="{C878A379-0432-43AB-B955-976144D5EA45}" type="pres">
      <dgm:prSet presAssocID="{8E2515A0-9394-4CE6-A969-A0D2625CD46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C461E91-1465-4C3F-829A-1C47A8502EB5}" type="pres">
      <dgm:prSet presAssocID="{8E2515A0-9394-4CE6-A969-A0D2625CD464}" presName="spaceRect" presStyleCnt="0"/>
      <dgm:spPr/>
    </dgm:pt>
    <dgm:pt modelId="{F5F91187-2F2C-4AF0-B44F-89D867E72DA5}" type="pres">
      <dgm:prSet presAssocID="{8E2515A0-9394-4CE6-A969-A0D2625CD46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C7BDB12-0559-4AB1-9875-9939E7DBE869}" srcId="{52C55280-5FED-4A28-B07D-B19C7031239C}" destId="{DA409ADE-7D59-4B09-AF13-267247255B24}" srcOrd="2" destOrd="0" parTransId="{1E9652D3-21A1-4DD8-BAD8-66D6E0F8CFEB}" sibTransId="{889BCD81-FD4A-4392-8511-1518A04FF9B9}"/>
    <dgm:cxn modelId="{A5A0A414-B825-42F0-99CA-9FF792D6A422}" srcId="{52C55280-5FED-4A28-B07D-B19C7031239C}" destId="{8E2515A0-9394-4CE6-A969-A0D2625CD464}" srcOrd="4" destOrd="0" parTransId="{14FAC704-E6AA-4CEB-A4F0-17769898E018}" sibTransId="{5324A7C6-D10E-43B0-B46D-28E31A30F39D}"/>
    <dgm:cxn modelId="{BCBB823C-CB94-4C72-8B33-D9DDBE297F6C}" type="presOf" srcId="{DA409ADE-7D59-4B09-AF13-267247255B24}" destId="{623BC65B-C74F-443A-8179-4C9BCD6FD082}" srcOrd="0" destOrd="0" presId="urn:microsoft.com/office/officeart/2018/2/layout/IconVerticalSolidList"/>
    <dgm:cxn modelId="{8B0BF14C-7DFA-451C-8454-9E28D194BFD7}" type="presOf" srcId="{4B00D4EB-A2AA-43E5-8086-25DF52D27944}" destId="{ACF30E39-F158-47BC-BC2F-B1C83C9F21C6}" srcOrd="0" destOrd="0" presId="urn:microsoft.com/office/officeart/2018/2/layout/IconVerticalSolidList"/>
    <dgm:cxn modelId="{85F43C51-69ED-4E63-A47C-652293A829C5}" type="presOf" srcId="{8E2515A0-9394-4CE6-A969-A0D2625CD464}" destId="{F5F91187-2F2C-4AF0-B44F-89D867E72DA5}" srcOrd="0" destOrd="0" presId="urn:microsoft.com/office/officeart/2018/2/layout/IconVerticalSolidList"/>
    <dgm:cxn modelId="{C1453C9B-075A-4D83-8FD2-F9E1B39DFC5B}" type="presOf" srcId="{E751719F-81B4-4405-A908-ACF5D84D4F68}" destId="{31C5F438-3557-48D0-B0E2-7036E667C16A}" srcOrd="0" destOrd="0" presId="urn:microsoft.com/office/officeart/2018/2/layout/IconVerticalSolidList"/>
    <dgm:cxn modelId="{5797B1A9-1435-464B-99A1-A9C084121091}" type="presOf" srcId="{52C55280-5FED-4A28-B07D-B19C7031239C}" destId="{55515958-A316-43D5-8094-7980ED1EF381}" srcOrd="0" destOrd="0" presId="urn:microsoft.com/office/officeart/2018/2/layout/IconVerticalSolidList"/>
    <dgm:cxn modelId="{C0AB9EAD-822F-4730-8565-B9DCF76EA0C0}" type="presOf" srcId="{24CEAB5B-3AF9-4A82-ADAA-780F81CAF9D2}" destId="{36FEF77B-929C-4EC4-AC26-A7CC4FB5D7C0}" srcOrd="0" destOrd="0" presId="urn:microsoft.com/office/officeart/2018/2/layout/IconVerticalSolidList"/>
    <dgm:cxn modelId="{39435FB4-E713-4BE0-88C6-D422DB66B92E}" srcId="{52C55280-5FED-4A28-B07D-B19C7031239C}" destId="{4B00D4EB-A2AA-43E5-8086-25DF52D27944}" srcOrd="0" destOrd="0" parTransId="{75F6C34B-6F2A-472D-B409-C07CBCBB6FED}" sibTransId="{1EE3AE84-7DAE-4964-B14D-563A338524C4}"/>
    <dgm:cxn modelId="{CC8266CE-73B4-4152-AEB2-AFCEF8D0AA55}" srcId="{52C55280-5FED-4A28-B07D-B19C7031239C}" destId="{E751719F-81B4-4405-A908-ACF5D84D4F68}" srcOrd="1" destOrd="0" parTransId="{3FCFE0EF-EAA0-4674-88F7-61473CB945FB}" sibTransId="{C8A574B4-6246-4844-9843-6503F25745D8}"/>
    <dgm:cxn modelId="{F78362FA-92DE-4866-A651-2E0E180BA665}" srcId="{52C55280-5FED-4A28-B07D-B19C7031239C}" destId="{24CEAB5B-3AF9-4A82-ADAA-780F81CAF9D2}" srcOrd="3" destOrd="0" parTransId="{AE09236C-CF7A-4AA0-9B15-E23390958275}" sibTransId="{91CD1482-18C4-4523-88FC-B1BAFF5A4815}"/>
    <dgm:cxn modelId="{422BD980-8AAE-4320-A2B0-9E1F2EB5BA2A}" type="presParOf" srcId="{55515958-A316-43D5-8094-7980ED1EF381}" destId="{4ED2ACE5-A004-4E67-9BE6-BF78DA29F717}" srcOrd="0" destOrd="0" presId="urn:microsoft.com/office/officeart/2018/2/layout/IconVerticalSolidList"/>
    <dgm:cxn modelId="{E1394EBE-6558-40E8-A6D6-D90F9FE606A7}" type="presParOf" srcId="{4ED2ACE5-A004-4E67-9BE6-BF78DA29F717}" destId="{B18ADAE2-7123-4F5D-A626-9A2615D55560}" srcOrd="0" destOrd="0" presId="urn:microsoft.com/office/officeart/2018/2/layout/IconVerticalSolidList"/>
    <dgm:cxn modelId="{DF763392-B94A-467C-BE21-FF0ABBE3381F}" type="presParOf" srcId="{4ED2ACE5-A004-4E67-9BE6-BF78DA29F717}" destId="{042A4C29-9FED-436B-A3D8-65F225DB5665}" srcOrd="1" destOrd="0" presId="urn:microsoft.com/office/officeart/2018/2/layout/IconVerticalSolidList"/>
    <dgm:cxn modelId="{354ABFFB-EF44-46E3-A3DD-CEF9F906F2F6}" type="presParOf" srcId="{4ED2ACE5-A004-4E67-9BE6-BF78DA29F717}" destId="{0ED7247C-62E1-476A-9B74-3EB1F863D8A1}" srcOrd="2" destOrd="0" presId="urn:microsoft.com/office/officeart/2018/2/layout/IconVerticalSolidList"/>
    <dgm:cxn modelId="{5E5FA17B-14FF-4407-8D44-C2482758833F}" type="presParOf" srcId="{4ED2ACE5-A004-4E67-9BE6-BF78DA29F717}" destId="{ACF30E39-F158-47BC-BC2F-B1C83C9F21C6}" srcOrd="3" destOrd="0" presId="urn:microsoft.com/office/officeart/2018/2/layout/IconVerticalSolidList"/>
    <dgm:cxn modelId="{EE248DF1-67D7-49B2-B957-C5E5AF783EDA}" type="presParOf" srcId="{55515958-A316-43D5-8094-7980ED1EF381}" destId="{7F5AB64F-A43B-4236-A5AE-B66900B3514C}" srcOrd="1" destOrd="0" presId="urn:microsoft.com/office/officeart/2018/2/layout/IconVerticalSolidList"/>
    <dgm:cxn modelId="{FFDCF357-18D4-4DB6-BFF0-BCD12DA5A27E}" type="presParOf" srcId="{55515958-A316-43D5-8094-7980ED1EF381}" destId="{C01807EF-D13E-48C7-BA40-BDEF8E131A24}" srcOrd="2" destOrd="0" presId="urn:microsoft.com/office/officeart/2018/2/layout/IconVerticalSolidList"/>
    <dgm:cxn modelId="{D539B66F-A417-488C-A630-12B93F75C5D2}" type="presParOf" srcId="{C01807EF-D13E-48C7-BA40-BDEF8E131A24}" destId="{E8446805-AB65-4F0F-83DF-665B08054CFA}" srcOrd="0" destOrd="0" presId="urn:microsoft.com/office/officeart/2018/2/layout/IconVerticalSolidList"/>
    <dgm:cxn modelId="{CE20BF9F-B924-4025-8DCA-B479801AF9FF}" type="presParOf" srcId="{C01807EF-D13E-48C7-BA40-BDEF8E131A24}" destId="{5742DA2A-81A9-4A51-B359-E80B42FEEFF7}" srcOrd="1" destOrd="0" presId="urn:microsoft.com/office/officeart/2018/2/layout/IconVerticalSolidList"/>
    <dgm:cxn modelId="{F7703BCC-8D81-4D84-94E1-25F772EFB982}" type="presParOf" srcId="{C01807EF-D13E-48C7-BA40-BDEF8E131A24}" destId="{38F506E2-4A77-4A63-8112-CC896D4D5E54}" srcOrd="2" destOrd="0" presId="urn:microsoft.com/office/officeart/2018/2/layout/IconVerticalSolidList"/>
    <dgm:cxn modelId="{06136210-B3AC-4221-9A92-D5AF89E8401D}" type="presParOf" srcId="{C01807EF-D13E-48C7-BA40-BDEF8E131A24}" destId="{31C5F438-3557-48D0-B0E2-7036E667C16A}" srcOrd="3" destOrd="0" presId="urn:microsoft.com/office/officeart/2018/2/layout/IconVerticalSolidList"/>
    <dgm:cxn modelId="{3796CC8B-FDDC-47E1-8779-290A17451406}" type="presParOf" srcId="{55515958-A316-43D5-8094-7980ED1EF381}" destId="{5667040B-7674-432F-AAD4-B637427EF578}" srcOrd="3" destOrd="0" presId="urn:microsoft.com/office/officeart/2018/2/layout/IconVerticalSolidList"/>
    <dgm:cxn modelId="{2D8018FA-7807-4835-B665-3B38030C262D}" type="presParOf" srcId="{55515958-A316-43D5-8094-7980ED1EF381}" destId="{57D19F6F-BC06-45FC-9356-001C1545395B}" srcOrd="4" destOrd="0" presId="urn:microsoft.com/office/officeart/2018/2/layout/IconVerticalSolidList"/>
    <dgm:cxn modelId="{13A24167-5CED-422D-85F8-9C22BA662BC6}" type="presParOf" srcId="{57D19F6F-BC06-45FC-9356-001C1545395B}" destId="{B15A7605-B247-4762-AB53-A9FDDF8FAC96}" srcOrd="0" destOrd="0" presId="urn:microsoft.com/office/officeart/2018/2/layout/IconVerticalSolidList"/>
    <dgm:cxn modelId="{51C2344B-C2F8-4B9C-BC8A-6EAF72A579AD}" type="presParOf" srcId="{57D19F6F-BC06-45FC-9356-001C1545395B}" destId="{0B3EEDE6-D00A-4CFE-8215-4C956235E517}" srcOrd="1" destOrd="0" presId="urn:microsoft.com/office/officeart/2018/2/layout/IconVerticalSolidList"/>
    <dgm:cxn modelId="{52B10EA2-CB3B-4708-AC2F-C66FFAD31D78}" type="presParOf" srcId="{57D19F6F-BC06-45FC-9356-001C1545395B}" destId="{1F9B9265-7DBD-415C-9C42-85D254F1CC21}" srcOrd="2" destOrd="0" presId="urn:microsoft.com/office/officeart/2018/2/layout/IconVerticalSolidList"/>
    <dgm:cxn modelId="{BCBF5309-771C-4017-BFA9-2A3ED6AF31BF}" type="presParOf" srcId="{57D19F6F-BC06-45FC-9356-001C1545395B}" destId="{623BC65B-C74F-443A-8179-4C9BCD6FD082}" srcOrd="3" destOrd="0" presId="urn:microsoft.com/office/officeart/2018/2/layout/IconVerticalSolidList"/>
    <dgm:cxn modelId="{C8476F2D-8FB6-41DE-9D06-79079D26C6EE}" type="presParOf" srcId="{55515958-A316-43D5-8094-7980ED1EF381}" destId="{94368CF7-1867-464A-BB83-A81789652C1F}" srcOrd="5" destOrd="0" presId="urn:microsoft.com/office/officeart/2018/2/layout/IconVerticalSolidList"/>
    <dgm:cxn modelId="{1B15D458-7A99-4E0E-B387-545619AA20C7}" type="presParOf" srcId="{55515958-A316-43D5-8094-7980ED1EF381}" destId="{8CCA1C41-B911-4BEB-AF5A-FB90F01F83CC}" srcOrd="6" destOrd="0" presId="urn:microsoft.com/office/officeart/2018/2/layout/IconVerticalSolidList"/>
    <dgm:cxn modelId="{D5DEE329-A7AD-4858-AE61-B553275D31DB}" type="presParOf" srcId="{8CCA1C41-B911-4BEB-AF5A-FB90F01F83CC}" destId="{CECFD2C4-AA75-40E1-97C1-E513F134CFC7}" srcOrd="0" destOrd="0" presId="urn:microsoft.com/office/officeart/2018/2/layout/IconVerticalSolidList"/>
    <dgm:cxn modelId="{D1E4A3DC-3EE2-404B-AAA3-1A18EDDE4D81}" type="presParOf" srcId="{8CCA1C41-B911-4BEB-AF5A-FB90F01F83CC}" destId="{1F1A7061-14A1-4E0F-A342-184160CBB559}" srcOrd="1" destOrd="0" presId="urn:microsoft.com/office/officeart/2018/2/layout/IconVerticalSolidList"/>
    <dgm:cxn modelId="{5B2D11A3-6C95-4C02-9255-ADB85744A93D}" type="presParOf" srcId="{8CCA1C41-B911-4BEB-AF5A-FB90F01F83CC}" destId="{30F57EDF-4E58-4730-9D54-B605761FE1D0}" srcOrd="2" destOrd="0" presId="urn:microsoft.com/office/officeart/2018/2/layout/IconVerticalSolidList"/>
    <dgm:cxn modelId="{EF3AFEB9-862D-4F79-8C80-F45ACDAB6E60}" type="presParOf" srcId="{8CCA1C41-B911-4BEB-AF5A-FB90F01F83CC}" destId="{36FEF77B-929C-4EC4-AC26-A7CC4FB5D7C0}" srcOrd="3" destOrd="0" presId="urn:microsoft.com/office/officeart/2018/2/layout/IconVerticalSolidList"/>
    <dgm:cxn modelId="{B8C9B1D0-E2D1-4A85-B786-E51E2A098D83}" type="presParOf" srcId="{55515958-A316-43D5-8094-7980ED1EF381}" destId="{E01A5E65-46F0-49F0-B01E-102AA8E43DA4}" srcOrd="7" destOrd="0" presId="urn:microsoft.com/office/officeart/2018/2/layout/IconVerticalSolidList"/>
    <dgm:cxn modelId="{8CA4D366-EFA4-430E-8D44-2C08D023B8C5}" type="presParOf" srcId="{55515958-A316-43D5-8094-7980ED1EF381}" destId="{EE5D3AEB-67E4-42C5-BFBD-5E5C5505E5B1}" srcOrd="8" destOrd="0" presId="urn:microsoft.com/office/officeart/2018/2/layout/IconVerticalSolidList"/>
    <dgm:cxn modelId="{3892680C-A549-4D4A-8D91-EC15CE1D37F4}" type="presParOf" srcId="{EE5D3AEB-67E4-42C5-BFBD-5E5C5505E5B1}" destId="{FA33A755-A68B-43E6-9563-327528B8C721}" srcOrd="0" destOrd="0" presId="urn:microsoft.com/office/officeart/2018/2/layout/IconVerticalSolidList"/>
    <dgm:cxn modelId="{FE86C0B8-6855-41BA-AA6C-1F108497EEC5}" type="presParOf" srcId="{EE5D3AEB-67E4-42C5-BFBD-5E5C5505E5B1}" destId="{C878A379-0432-43AB-B955-976144D5EA45}" srcOrd="1" destOrd="0" presId="urn:microsoft.com/office/officeart/2018/2/layout/IconVerticalSolidList"/>
    <dgm:cxn modelId="{71C0B5F6-74BC-4430-A5C5-D3B98EA3F375}" type="presParOf" srcId="{EE5D3AEB-67E4-42C5-BFBD-5E5C5505E5B1}" destId="{6C461E91-1465-4C3F-829A-1C47A8502EB5}" srcOrd="2" destOrd="0" presId="urn:microsoft.com/office/officeart/2018/2/layout/IconVerticalSolidList"/>
    <dgm:cxn modelId="{E2BDA1B1-E47F-4152-9527-7ACAD69A9A46}" type="presParOf" srcId="{EE5D3AEB-67E4-42C5-BFBD-5E5C5505E5B1}" destId="{F5F91187-2F2C-4AF0-B44F-89D867E72D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53AFC5-EC85-4773-8839-2580487424D5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6170FBF-B40F-49F2-B430-DD8D49EB86B0}">
      <dgm:prSet/>
      <dgm:spPr/>
      <dgm:t>
        <a:bodyPr/>
        <a:lstStyle/>
        <a:p>
          <a:r>
            <a:rPr lang="en-US"/>
            <a:t>• EHR integration</a:t>
          </a:r>
        </a:p>
      </dgm:t>
    </dgm:pt>
    <dgm:pt modelId="{A4FFA30C-B200-44E4-B9FF-C9AC4681B835}" type="parTrans" cxnId="{E433A5BF-8074-43AE-897C-D30C677C559A}">
      <dgm:prSet/>
      <dgm:spPr/>
      <dgm:t>
        <a:bodyPr/>
        <a:lstStyle/>
        <a:p>
          <a:endParaRPr lang="en-US"/>
        </a:p>
      </dgm:t>
    </dgm:pt>
    <dgm:pt modelId="{1B4F54EC-4212-4281-B9B6-81AEBC31BB8B}" type="sibTrans" cxnId="{E433A5BF-8074-43AE-897C-D30C677C559A}">
      <dgm:prSet/>
      <dgm:spPr/>
      <dgm:t>
        <a:bodyPr/>
        <a:lstStyle/>
        <a:p>
          <a:endParaRPr lang="en-US"/>
        </a:p>
      </dgm:t>
    </dgm:pt>
    <dgm:pt modelId="{7DCC99FE-98B8-48A4-AA83-B929217D3DE2}">
      <dgm:prSet/>
      <dgm:spPr/>
      <dgm:t>
        <a:bodyPr/>
        <a:lstStyle/>
        <a:p>
          <a:r>
            <a:rPr lang="en-US"/>
            <a:t>• Predictive analytics</a:t>
          </a:r>
        </a:p>
      </dgm:t>
    </dgm:pt>
    <dgm:pt modelId="{70944574-015C-4670-9B9D-DFC648434511}" type="parTrans" cxnId="{41F9539A-91A8-4818-A1FA-C42E093BB08F}">
      <dgm:prSet/>
      <dgm:spPr/>
      <dgm:t>
        <a:bodyPr/>
        <a:lstStyle/>
        <a:p>
          <a:endParaRPr lang="en-US"/>
        </a:p>
      </dgm:t>
    </dgm:pt>
    <dgm:pt modelId="{4261DD18-133A-4244-815C-9B903D95F7DB}" type="sibTrans" cxnId="{41F9539A-91A8-4818-A1FA-C42E093BB08F}">
      <dgm:prSet/>
      <dgm:spPr/>
      <dgm:t>
        <a:bodyPr/>
        <a:lstStyle/>
        <a:p>
          <a:endParaRPr lang="en-US"/>
        </a:p>
      </dgm:t>
    </dgm:pt>
    <dgm:pt modelId="{5698C732-6D25-4A11-B828-C63F12511375}">
      <dgm:prSet/>
      <dgm:spPr/>
      <dgm:t>
        <a:bodyPr/>
        <a:lstStyle/>
        <a:p>
          <a:r>
            <a:rPr lang="en-US"/>
            <a:t>• Explainable AI</a:t>
          </a:r>
        </a:p>
      </dgm:t>
    </dgm:pt>
    <dgm:pt modelId="{AC5A1FF7-DFE4-4CE5-AC66-E5146B6D0787}" type="parTrans" cxnId="{014723E1-9BD3-42DD-94D7-BAE75F0BFA88}">
      <dgm:prSet/>
      <dgm:spPr/>
      <dgm:t>
        <a:bodyPr/>
        <a:lstStyle/>
        <a:p>
          <a:endParaRPr lang="en-US"/>
        </a:p>
      </dgm:t>
    </dgm:pt>
    <dgm:pt modelId="{200520C3-D19C-468E-96F9-15AF2A3284FE}" type="sibTrans" cxnId="{014723E1-9BD3-42DD-94D7-BAE75F0BFA88}">
      <dgm:prSet/>
      <dgm:spPr/>
      <dgm:t>
        <a:bodyPr/>
        <a:lstStyle/>
        <a:p>
          <a:endParaRPr lang="en-US"/>
        </a:p>
      </dgm:t>
    </dgm:pt>
    <dgm:pt modelId="{2B6F8205-E13C-4E86-9C76-4689B3F75EB2}">
      <dgm:prSet/>
      <dgm:spPr/>
      <dgm:t>
        <a:bodyPr/>
        <a:lstStyle/>
        <a:p>
          <a:r>
            <a:rPr lang="en-US"/>
            <a:t>• Medical coding support</a:t>
          </a:r>
        </a:p>
      </dgm:t>
    </dgm:pt>
    <dgm:pt modelId="{5BD27354-C306-45DD-8D91-26CC5B5ECAA0}" type="parTrans" cxnId="{780E3941-CA5D-4568-9593-C565A425D98F}">
      <dgm:prSet/>
      <dgm:spPr/>
      <dgm:t>
        <a:bodyPr/>
        <a:lstStyle/>
        <a:p>
          <a:endParaRPr lang="en-US"/>
        </a:p>
      </dgm:t>
    </dgm:pt>
    <dgm:pt modelId="{9CCC8FC2-340B-4D50-9A64-9541CC9ADEFA}" type="sibTrans" cxnId="{780E3941-CA5D-4568-9593-C565A425D98F}">
      <dgm:prSet/>
      <dgm:spPr/>
      <dgm:t>
        <a:bodyPr/>
        <a:lstStyle/>
        <a:p>
          <a:endParaRPr lang="en-US"/>
        </a:p>
      </dgm:t>
    </dgm:pt>
    <dgm:pt modelId="{EC48BC59-83E1-4600-80DC-A14E6B13B59D}">
      <dgm:prSet/>
      <dgm:spPr/>
      <dgm:t>
        <a:bodyPr/>
        <a:lstStyle/>
        <a:p>
          <a:r>
            <a:rPr lang="en-US"/>
            <a:t>• Multilingual support</a:t>
          </a:r>
        </a:p>
      </dgm:t>
    </dgm:pt>
    <dgm:pt modelId="{BEA74C2D-C43A-4869-847D-43B37D3A01C3}" type="parTrans" cxnId="{7589B183-D9DD-41CC-94EF-CA2B377F10A4}">
      <dgm:prSet/>
      <dgm:spPr/>
      <dgm:t>
        <a:bodyPr/>
        <a:lstStyle/>
        <a:p>
          <a:endParaRPr lang="en-US"/>
        </a:p>
      </dgm:t>
    </dgm:pt>
    <dgm:pt modelId="{107EB52A-850F-4AD3-8F5B-6AA60F21D9E5}" type="sibTrans" cxnId="{7589B183-D9DD-41CC-94EF-CA2B377F10A4}">
      <dgm:prSet/>
      <dgm:spPr/>
      <dgm:t>
        <a:bodyPr/>
        <a:lstStyle/>
        <a:p>
          <a:endParaRPr lang="en-US"/>
        </a:p>
      </dgm:t>
    </dgm:pt>
    <dgm:pt modelId="{2F6871D3-847A-4A0C-97DD-4A7E8E11CB27}">
      <dgm:prSet/>
      <dgm:spPr/>
      <dgm:t>
        <a:bodyPr/>
        <a:lstStyle/>
        <a:p>
          <a:r>
            <a:rPr lang="en-US"/>
            <a:t>• Enhanced security</a:t>
          </a:r>
        </a:p>
      </dgm:t>
    </dgm:pt>
    <dgm:pt modelId="{AA37A6A1-99DA-4806-83CA-7190CECB5279}" type="parTrans" cxnId="{EAB64648-7D59-4271-BF22-CDEFBCFCE6DC}">
      <dgm:prSet/>
      <dgm:spPr/>
      <dgm:t>
        <a:bodyPr/>
        <a:lstStyle/>
        <a:p>
          <a:endParaRPr lang="en-US"/>
        </a:p>
      </dgm:t>
    </dgm:pt>
    <dgm:pt modelId="{2571BF32-827C-4317-8FD5-30AFE3D0E6F1}" type="sibTrans" cxnId="{EAB64648-7D59-4271-BF22-CDEFBCFCE6DC}">
      <dgm:prSet/>
      <dgm:spPr/>
      <dgm:t>
        <a:bodyPr/>
        <a:lstStyle/>
        <a:p>
          <a:endParaRPr lang="en-US"/>
        </a:p>
      </dgm:t>
    </dgm:pt>
    <dgm:pt modelId="{D5623735-A14D-F846-97E5-0CC7E1F25FA6}" type="pres">
      <dgm:prSet presAssocID="{AF53AFC5-EC85-4773-8839-2580487424D5}" presName="linear" presStyleCnt="0">
        <dgm:presLayoutVars>
          <dgm:dir/>
          <dgm:animLvl val="lvl"/>
          <dgm:resizeHandles val="exact"/>
        </dgm:presLayoutVars>
      </dgm:prSet>
      <dgm:spPr/>
    </dgm:pt>
    <dgm:pt modelId="{54152EAD-0FBE-EF42-A418-3F174DF5F244}" type="pres">
      <dgm:prSet presAssocID="{F6170FBF-B40F-49F2-B430-DD8D49EB86B0}" presName="parentLin" presStyleCnt="0"/>
      <dgm:spPr/>
    </dgm:pt>
    <dgm:pt modelId="{ABCAD01A-CCB4-524F-8C08-916D8682D2CB}" type="pres">
      <dgm:prSet presAssocID="{F6170FBF-B40F-49F2-B430-DD8D49EB86B0}" presName="parentLeftMargin" presStyleLbl="node1" presStyleIdx="0" presStyleCnt="6"/>
      <dgm:spPr/>
    </dgm:pt>
    <dgm:pt modelId="{B5C1E1BC-23F8-B245-87E7-F08501142DA8}" type="pres">
      <dgm:prSet presAssocID="{F6170FBF-B40F-49F2-B430-DD8D49EB86B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97E8C51-353B-1746-9E9E-64F7492D9D53}" type="pres">
      <dgm:prSet presAssocID="{F6170FBF-B40F-49F2-B430-DD8D49EB86B0}" presName="negativeSpace" presStyleCnt="0"/>
      <dgm:spPr/>
    </dgm:pt>
    <dgm:pt modelId="{D3959EDE-D22B-7143-8BEB-EA6B6D18D432}" type="pres">
      <dgm:prSet presAssocID="{F6170FBF-B40F-49F2-B430-DD8D49EB86B0}" presName="childText" presStyleLbl="conFgAcc1" presStyleIdx="0" presStyleCnt="6">
        <dgm:presLayoutVars>
          <dgm:bulletEnabled val="1"/>
        </dgm:presLayoutVars>
      </dgm:prSet>
      <dgm:spPr/>
    </dgm:pt>
    <dgm:pt modelId="{3861A872-39E7-AA4B-A6D7-D215CBD51E5E}" type="pres">
      <dgm:prSet presAssocID="{1B4F54EC-4212-4281-B9B6-81AEBC31BB8B}" presName="spaceBetweenRectangles" presStyleCnt="0"/>
      <dgm:spPr/>
    </dgm:pt>
    <dgm:pt modelId="{DCA2C5EA-7563-2D4A-A7EE-AB416FDF9A7E}" type="pres">
      <dgm:prSet presAssocID="{7DCC99FE-98B8-48A4-AA83-B929217D3DE2}" presName="parentLin" presStyleCnt="0"/>
      <dgm:spPr/>
    </dgm:pt>
    <dgm:pt modelId="{D02D776D-DB8E-8E4A-85E9-5FA02E8F22B0}" type="pres">
      <dgm:prSet presAssocID="{7DCC99FE-98B8-48A4-AA83-B929217D3DE2}" presName="parentLeftMargin" presStyleLbl="node1" presStyleIdx="0" presStyleCnt="6"/>
      <dgm:spPr/>
    </dgm:pt>
    <dgm:pt modelId="{EAC74689-D199-4145-916B-0205DD79E457}" type="pres">
      <dgm:prSet presAssocID="{7DCC99FE-98B8-48A4-AA83-B929217D3DE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9B51959-5520-CC41-B72F-7621D4A37A76}" type="pres">
      <dgm:prSet presAssocID="{7DCC99FE-98B8-48A4-AA83-B929217D3DE2}" presName="negativeSpace" presStyleCnt="0"/>
      <dgm:spPr/>
    </dgm:pt>
    <dgm:pt modelId="{071E3251-3123-5447-A11B-47CFA29F83E2}" type="pres">
      <dgm:prSet presAssocID="{7DCC99FE-98B8-48A4-AA83-B929217D3DE2}" presName="childText" presStyleLbl="conFgAcc1" presStyleIdx="1" presStyleCnt="6">
        <dgm:presLayoutVars>
          <dgm:bulletEnabled val="1"/>
        </dgm:presLayoutVars>
      </dgm:prSet>
      <dgm:spPr/>
    </dgm:pt>
    <dgm:pt modelId="{EB9C901F-9A31-2944-8B3D-2AF4E54A32E5}" type="pres">
      <dgm:prSet presAssocID="{4261DD18-133A-4244-815C-9B903D95F7DB}" presName="spaceBetweenRectangles" presStyleCnt="0"/>
      <dgm:spPr/>
    </dgm:pt>
    <dgm:pt modelId="{92554E5C-C387-B44B-8EDD-4A4E0FF8BC37}" type="pres">
      <dgm:prSet presAssocID="{5698C732-6D25-4A11-B828-C63F12511375}" presName="parentLin" presStyleCnt="0"/>
      <dgm:spPr/>
    </dgm:pt>
    <dgm:pt modelId="{BE0F9DDD-8BF6-3E4D-9E68-212EE9664000}" type="pres">
      <dgm:prSet presAssocID="{5698C732-6D25-4A11-B828-C63F12511375}" presName="parentLeftMargin" presStyleLbl="node1" presStyleIdx="1" presStyleCnt="6"/>
      <dgm:spPr/>
    </dgm:pt>
    <dgm:pt modelId="{A9455E1A-0203-4C43-8FF3-4FA87AAC97F3}" type="pres">
      <dgm:prSet presAssocID="{5698C732-6D25-4A11-B828-C63F1251137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0F09B69-DC74-3E41-8D7C-885CE251D1F1}" type="pres">
      <dgm:prSet presAssocID="{5698C732-6D25-4A11-B828-C63F12511375}" presName="negativeSpace" presStyleCnt="0"/>
      <dgm:spPr/>
    </dgm:pt>
    <dgm:pt modelId="{91875C32-1EA8-1541-A2F5-9336E7D464B2}" type="pres">
      <dgm:prSet presAssocID="{5698C732-6D25-4A11-B828-C63F12511375}" presName="childText" presStyleLbl="conFgAcc1" presStyleIdx="2" presStyleCnt="6">
        <dgm:presLayoutVars>
          <dgm:bulletEnabled val="1"/>
        </dgm:presLayoutVars>
      </dgm:prSet>
      <dgm:spPr/>
    </dgm:pt>
    <dgm:pt modelId="{0B551219-9D55-454B-A176-F6D3A97D38B6}" type="pres">
      <dgm:prSet presAssocID="{200520C3-D19C-468E-96F9-15AF2A3284FE}" presName="spaceBetweenRectangles" presStyleCnt="0"/>
      <dgm:spPr/>
    </dgm:pt>
    <dgm:pt modelId="{4DF3D6EA-D633-1741-B002-B416D3C83181}" type="pres">
      <dgm:prSet presAssocID="{2B6F8205-E13C-4E86-9C76-4689B3F75EB2}" presName="parentLin" presStyleCnt="0"/>
      <dgm:spPr/>
    </dgm:pt>
    <dgm:pt modelId="{18AD7F25-D22D-8C4F-A402-3C63A7EDB77A}" type="pres">
      <dgm:prSet presAssocID="{2B6F8205-E13C-4E86-9C76-4689B3F75EB2}" presName="parentLeftMargin" presStyleLbl="node1" presStyleIdx="2" presStyleCnt="6"/>
      <dgm:spPr/>
    </dgm:pt>
    <dgm:pt modelId="{800DF39E-4923-C447-BF02-0A7791E0E962}" type="pres">
      <dgm:prSet presAssocID="{2B6F8205-E13C-4E86-9C76-4689B3F75EB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3B91F03-A1D2-ED48-BE89-6A8E8D5879EE}" type="pres">
      <dgm:prSet presAssocID="{2B6F8205-E13C-4E86-9C76-4689B3F75EB2}" presName="negativeSpace" presStyleCnt="0"/>
      <dgm:spPr/>
    </dgm:pt>
    <dgm:pt modelId="{83FCE5F9-9666-4141-AF24-3FCD0C54FA83}" type="pres">
      <dgm:prSet presAssocID="{2B6F8205-E13C-4E86-9C76-4689B3F75EB2}" presName="childText" presStyleLbl="conFgAcc1" presStyleIdx="3" presStyleCnt="6">
        <dgm:presLayoutVars>
          <dgm:bulletEnabled val="1"/>
        </dgm:presLayoutVars>
      </dgm:prSet>
      <dgm:spPr/>
    </dgm:pt>
    <dgm:pt modelId="{E0286B0F-E29D-3F4A-97A7-EB8457506CA2}" type="pres">
      <dgm:prSet presAssocID="{9CCC8FC2-340B-4D50-9A64-9541CC9ADEFA}" presName="spaceBetweenRectangles" presStyleCnt="0"/>
      <dgm:spPr/>
    </dgm:pt>
    <dgm:pt modelId="{4D44802B-4FEC-8349-AB16-9C146C3BB311}" type="pres">
      <dgm:prSet presAssocID="{EC48BC59-83E1-4600-80DC-A14E6B13B59D}" presName="parentLin" presStyleCnt="0"/>
      <dgm:spPr/>
    </dgm:pt>
    <dgm:pt modelId="{8EB0C9FC-46C2-494F-A7C5-A90D08D4270C}" type="pres">
      <dgm:prSet presAssocID="{EC48BC59-83E1-4600-80DC-A14E6B13B59D}" presName="parentLeftMargin" presStyleLbl="node1" presStyleIdx="3" presStyleCnt="6"/>
      <dgm:spPr/>
    </dgm:pt>
    <dgm:pt modelId="{0BE555B7-B3C4-F142-A30A-8EE945A69DEA}" type="pres">
      <dgm:prSet presAssocID="{EC48BC59-83E1-4600-80DC-A14E6B13B59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B1BF514-3077-DC43-9FA7-2DBD4920E0D7}" type="pres">
      <dgm:prSet presAssocID="{EC48BC59-83E1-4600-80DC-A14E6B13B59D}" presName="negativeSpace" presStyleCnt="0"/>
      <dgm:spPr/>
    </dgm:pt>
    <dgm:pt modelId="{0357D353-CE74-3640-88B4-67A68D4120E4}" type="pres">
      <dgm:prSet presAssocID="{EC48BC59-83E1-4600-80DC-A14E6B13B59D}" presName="childText" presStyleLbl="conFgAcc1" presStyleIdx="4" presStyleCnt="6">
        <dgm:presLayoutVars>
          <dgm:bulletEnabled val="1"/>
        </dgm:presLayoutVars>
      </dgm:prSet>
      <dgm:spPr/>
    </dgm:pt>
    <dgm:pt modelId="{31353908-B864-BD45-8201-2568EFBC6CFA}" type="pres">
      <dgm:prSet presAssocID="{107EB52A-850F-4AD3-8F5B-6AA60F21D9E5}" presName="spaceBetweenRectangles" presStyleCnt="0"/>
      <dgm:spPr/>
    </dgm:pt>
    <dgm:pt modelId="{005C1265-5990-C844-9C68-2A92800BB1C8}" type="pres">
      <dgm:prSet presAssocID="{2F6871D3-847A-4A0C-97DD-4A7E8E11CB27}" presName="parentLin" presStyleCnt="0"/>
      <dgm:spPr/>
    </dgm:pt>
    <dgm:pt modelId="{CAB19142-AA85-8148-B0F1-B5A4CD0FFFBC}" type="pres">
      <dgm:prSet presAssocID="{2F6871D3-847A-4A0C-97DD-4A7E8E11CB27}" presName="parentLeftMargin" presStyleLbl="node1" presStyleIdx="4" presStyleCnt="6"/>
      <dgm:spPr/>
    </dgm:pt>
    <dgm:pt modelId="{D313312C-DA85-5947-91F7-DEC7BF84B14C}" type="pres">
      <dgm:prSet presAssocID="{2F6871D3-847A-4A0C-97DD-4A7E8E11CB27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6F3282FD-65B0-814C-B9F7-5D6FF07EFF71}" type="pres">
      <dgm:prSet presAssocID="{2F6871D3-847A-4A0C-97DD-4A7E8E11CB27}" presName="negativeSpace" presStyleCnt="0"/>
      <dgm:spPr/>
    </dgm:pt>
    <dgm:pt modelId="{9835D5C7-43B5-4940-A723-EBE5DE75A577}" type="pres">
      <dgm:prSet presAssocID="{2F6871D3-847A-4A0C-97DD-4A7E8E11CB27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E27DF400-8972-4043-AA53-7C68D96FA325}" type="presOf" srcId="{2F6871D3-847A-4A0C-97DD-4A7E8E11CB27}" destId="{CAB19142-AA85-8148-B0F1-B5A4CD0FFFBC}" srcOrd="0" destOrd="0" presId="urn:microsoft.com/office/officeart/2005/8/layout/list1"/>
    <dgm:cxn modelId="{154C5119-F637-6445-9DD9-F63792AB4828}" type="presOf" srcId="{7DCC99FE-98B8-48A4-AA83-B929217D3DE2}" destId="{D02D776D-DB8E-8E4A-85E9-5FA02E8F22B0}" srcOrd="0" destOrd="0" presId="urn:microsoft.com/office/officeart/2005/8/layout/list1"/>
    <dgm:cxn modelId="{9667D02C-9C81-A043-B041-403107614D32}" type="presOf" srcId="{EC48BC59-83E1-4600-80DC-A14E6B13B59D}" destId="{0BE555B7-B3C4-F142-A30A-8EE945A69DEA}" srcOrd="1" destOrd="0" presId="urn:microsoft.com/office/officeart/2005/8/layout/list1"/>
    <dgm:cxn modelId="{4901E32C-8449-054C-A127-AEF40F61C544}" type="presOf" srcId="{F6170FBF-B40F-49F2-B430-DD8D49EB86B0}" destId="{ABCAD01A-CCB4-524F-8C08-916D8682D2CB}" srcOrd="0" destOrd="0" presId="urn:microsoft.com/office/officeart/2005/8/layout/list1"/>
    <dgm:cxn modelId="{F6BC7F2E-F0BD-3A45-A74A-F2977EFAED89}" type="presOf" srcId="{7DCC99FE-98B8-48A4-AA83-B929217D3DE2}" destId="{EAC74689-D199-4145-916B-0205DD79E457}" srcOrd="1" destOrd="0" presId="urn:microsoft.com/office/officeart/2005/8/layout/list1"/>
    <dgm:cxn modelId="{C0C1FC36-ED58-E944-AB61-38244EFF0515}" type="presOf" srcId="{EC48BC59-83E1-4600-80DC-A14E6B13B59D}" destId="{8EB0C9FC-46C2-494F-A7C5-A90D08D4270C}" srcOrd="0" destOrd="0" presId="urn:microsoft.com/office/officeart/2005/8/layout/list1"/>
    <dgm:cxn modelId="{F5943238-53B7-1C48-8B07-13B72E5A7D2F}" type="presOf" srcId="{AF53AFC5-EC85-4773-8839-2580487424D5}" destId="{D5623735-A14D-F846-97E5-0CC7E1F25FA6}" srcOrd="0" destOrd="0" presId="urn:microsoft.com/office/officeart/2005/8/layout/list1"/>
    <dgm:cxn modelId="{780E3941-CA5D-4568-9593-C565A425D98F}" srcId="{AF53AFC5-EC85-4773-8839-2580487424D5}" destId="{2B6F8205-E13C-4E86-9C76-4689B3F75EB2}" srcOrd="3" destOrd="0" parTransId="{5BD27354-C306-45DD-8D91-26CC5B5ECAA0}" sibTransId="{9CCC8FC2-340B-4D50-9A64-9541CC9ADEFA}"/>
    <dgm:cxn modelId="{21183846-15AA-474C-8FE1-2BC3F80D5FF5}" type="presOf" srcId="{F6170FBF-B40F-49F2-B430-DD8D49EB86B0}" destId="{B5C1E1BC-23F8-B245-87E7-F08501142DA8}" srcOrd="1" destOrd="0" presId="urn:microsoft.com/office/officeart/2005/8/layout/list1"/>
    <dgm:cxn modelId="{EAB64648-7D59-4271-BF22-CDEFBCFCE6DC}" srcId="{AF53AFC5-EC85-4773-8839-2580487424D5}" destId="{2F6871D3-847A-4A0C-97DD-4A7E8E11CB27}" srcOrd="5" destOrd="0" parTransId="{AA37A6A1-99DA-4806-83CA-7190CECB5279}" sibTransId="{2571BF32-827C-4317-8FD5-30AFE3D0E6F1}"/>
    <dgm:cxn modelId="{0B172759-F645-2246-9057-3EB3EF5774DC}" type="presOf" srcId="{5698C732-6D25-4A11-B828-C63F12511375}" destId="{A9455E1A-0203-4C43-8FF3-4FA87AAC97F3}" srcOrd="1" destOrd="0" presId="urn:microsoft.com/office/officeart/2005/8/layout/list1"/>
    <dgm:cxn modelId="{DD469A80-F43A-4B48-8116-C6D1CA97471E}" type="presOf" srcId="{2B6F8205-E13C-4E86-9C76-4689B3F75EB2}" destId="{800DF39E-4923-C447-BF02-0A7791E0E962}" srcOrd="1" destOrd="0" presId="urn:microsoft.com/office/officeart/2005/8/layout/list1"/>
    <dgm:cxn modelId="{7589B183-D9DD-41CC-94EF-CA2B377F10A4}" srcId="{AF53AFC5-EC85-4773-8839-2580487424D5}" destId="{EC48BC59-83E1-4600-80DC-A14E6B13B59D}" srcOrd="4" destOrd="0" parTransId="{BEA74C2D-C43A-4869-847D-43B37D3A01C3}" sibTransId="{107EB52A-850F-4AD3-8F5B-6AA60F21D9E5}"/>
    <dgm:cxn modelId="{41F9539A-91A8-4818-A1FA-C42E093BB08F}" srcId="{AF53AFC5-EC85-4773-8839-2580487424D5}" destId="{7DCC99FE-98B8-48A4-AA83-B929217D3DE2}" srcOrd="1" destOrd="0" parTransId="{70944574-015C-4670-9B9D-DFC648434511}" sibTransId="{4261DD18-133A-4244-815C-9B903D95F7DB}"/>
    <dgm:cxn modelId="{462E24A9-945F-5940-918A-22322327A83C}" type="presOf" srcId="{2B6F8205-E13C-4E86-9C76-4689B3F75EB2}" destId="{18AD7F25-D22D-8C4F-A402-3C63A7EDB77A}" srcOrd="0" destOrd="0" presId="urn:microsoft.com/office/officeart/2005/8/layout/list1"/>
    <dgm:cxn modelId="{5ED8D7AE-80AA-7D4B-9011-F3B9E1A32D72}" type="presOf" srcId="{2F6871D3-847A-4A0C-97DD-4A7E8E11CB27}" destId="{D313312C-DA85-5947-91F7-DEC7BF84B14C}" srcOrd="1" destOrd="0" presId="urn:microsoft.com/office/officeart/2005/8/layout/list1"/>
    <dgm:cxn modelId="{E433A5BF-8074-43AE-897C-D30C677C559A}" srcId="{AF53AFC5-EC85-4773-8839-2580487424D5}" destId="{F6170FBF-B40F-49F2-B430-DD8D49EB86B0}" srcOrd="0" destOrd="0" parTransId="{A4FFA30C-B200-44E4-B9FF-C9AC4681B835}" sibTransId="{1B4F54EC-4212-4281-B9B6-81AEBC31BB8B}"/>
    <dgm:cxn modelId="{700B04C0-037F-4D4D-9DAC-2C8C2BA46F87}" type="presOf" srcId="{5698C732-6D25-4A11-B828-C63F12511375}" destId="{BE0F9DDD-8BF6-3E4D-9E68-212EE9664000}" srcOrd="0" destOrd="0" presId="urn:microsoft.com/office/officeart/2005/8/layout/list1"/>
    <dgm:cxn modelId="{014723E1-9BD3-42DD-94D7-BAE75F0BFA88}" srcId="{AF53AFC5-EC85-4773-8839-2580487424D5}" destId="{5698C732-6D25-4A11-B828-C63F12511375}" srcOrd="2" destOrd="0" parTransId="{AC5A1FF7-DFE4-4CE5-AC66-E5146B6D0787}" sibTransId="{200520C3-D19C-468E-96F9-15AF2A3284FE}"/>
    <dgm:cxn modelId="{F22D8E0E-E0CD-ED42-8649-D8B424E3652C}" type="presParOf" srcId="{D5623735-A14D-F846-97E5-0CC7E1F25FA6}" destId="{54152EAD-0FBE-EF42-A418-3F174DF5F244}" srcOrd="0" destOrd="0" presId="urn:microsoft.com/office/officeart/2005/8/layout/list1"/>
    <dgm:cxn modelId="{8B6CA068-2ABA-BB4C-96B1-3CC2F7931637}" type="presParOf" srcId="{54152EAD-0FBE-EF42-A418-3F174DF5F244}" destId="{ABCAD01A-CCB4-524F-8C08-916D8682D2CB}" srcOrd="0" destOrd="0" presId="urn:microsoft.com/office/officeart/2005/8/layout/list1"/>
    <dgm:cxn modelId="{96BBE75F-49E0-9B45-A6FF-9F15B04EBE43}" type="presParOf" srcId="{54152EAD-0FBE-EF42-A418-3F174DF5F244}" destId="{B5C1E1BC-23F8-B245-87E7-F08501142DA8}" srcOrd="1" destOrd="0" presId="urn:microsoft.com/office/officeart/2005/8/layout/list1"/>
    <dgm:cxn modelId="{4599E9CC-6169-C04B-8FC4-5AA35B599E1B}" type="presParOf" srcId="{D5623735-A14D-F846-97E5-0CC7E1F25FA6}" destId="{A97E8C51-353B-1746-9E9E-64F7492D9D53}" srcOrd="1" destOrd="0" presId="urn:microsoft.com/office/officeart/2005/8/layout/list1"/>
    <dgm:cxn modelId="{FD899C2B-C704-5646-AD13-87B10F13AA78}" type="presParOf" srcId="{D5623735-A14D-F846-97E5-0CC7E1F25FA6}" destId="{D3959EDE-D22B-7143-8BEB-EA6B6D18D432}" srcOrd="2" destOrd="0" presId="urn:microsoft.com/office/officeart/2005/8/layout/list1"/>
    <dgm:cxn modelId="{ABF204C5-CA39-834D-9DE5-8232AF535093}" type="presParOf" srcId="{D5623735-A14D-F846-97E5-0CC7E1F25FA6}" destId="{3861A872-39E7-AA4B-A6D7-D215CBD51E5E}" srcOrd="3" destOrd="0" presId="urn:microsoft.com/office/officeart/2005/8/layout/list1"/>
    <dgm:cxn modelId="{3A047D0D-0B20-714E-AD3F-2CF1CF928DB8}" type="presParOf" srcId="{D5623735-A14D-F846-97E5-0CC7E1F25FA6}" destId="{DCA2C5EA-7563-2D4A-A7EE-AB416FDF9A7E}" srcOrd="4" destOrd="0" presId="urn:microsoft.com/office/officeart/2005/8/layout/list1"/>
    <dgm:cxn modelId="{4D39470A-77FB-4345-AF1A-2FB1054F381F}" type="presParOf" srcId="{DCA2C5EA-7563-2D4A-A7EE-AB416FDF9A7E}" destId="{D02D776D-DB8E-8E4A-85E9-5FA02E8F22B0}" srcOrd="0" destOrd="0" presId="urn:microsoft.com/office/officeart/2005/8/layout/list1"/>
    <dgm:cxn modelId="{C38060BB-0CF2-EE49-B042-D7A562F1ABCD}" type="presParOf" srcId="{DCA2C5EA-7563-2D4A-A7EE-AB416FDF9A7E}" destId="{EAC74689-D199-4145-916B-0205DD79E457}" srcOrd="1" destOrd="0" presId="urn:microsoft.com/office/officeart/2005/8/layout/list1"/>
    <dgm:cxn modelId="{8C25280A-31D3-564E-9359-85A6E7122AE1}" type="presParOf" srcId="{D5623735-A14D-F846-97E5-0CC7E1F25FA6}" destId="{19B51959-5520-CC41-B72F-7621D4A37A76}" srcOrd="5" destOrd="0" presId="urn:microsoft.com/office/officeart/2005/8/layout/list1"/>
    <dgm:cxn modelId="{D309E493-C06E-BC46-B77D-B3A4C9F792F8}" type="presParOf" srcId="{D5623735-A14D-F846-97E5-0CC7E1F25FA6}" destId="{071E3251-3123-5447-A11B-47CFA29F83E2}" srcOrd="6" destOrd="0" presId="urn:microsoft.com/office/officeart/2005/8/layout/list1"/>
    <dgm:cxn modelId="{4620A345-3108-4843-B206-C0729BD5BA5B}" type="presParOf" srcId="{D5623735-A14D-F846-97E5-0CC7E1F25FA6}" destId="{EB9C901F-9A31-2944-8B3D-2AF4E54A32E5}" srcOrd="7" destOrd="0" presId="urn:microsoft.com/office/officeart/2005/8/layout/list1"/>
    <dgm:cxn modelId="{13F95EFD-392C-BE4A-BD73-44FB98C97085}" type="presParOf" srcId="{D5623735-A14D-F846-97E5-0CC7E1F25FA6}" destId="{92554E5C-C387-B44B-8EDD-4A4E0FF8BC37}" srcOrd="8" destOrd="0" presId="urn:microsoft.com/office/officeart/2005/8/layout/list1"/>
    <dgm:cxn modelId="{8623D77A-8093-FC45-9124-DEA2C850E592}" type="presParOf" srcId="{92554E5C-C387-B44B-8EDD-4A4E0FF8BC37}" destId="{BE0F9DDD-8BF6-3E4D-9E68-212EE9664000}" srcOrd="0" destOrd="0" presId="urn:microsoft.com/office/officeart/2005/8/layout/list1"/>
    <dgm:cxn modelId="{F71088B1-4CC7-B842-ACDA-CF6D1F727C29}" type="presParOf" srcId="{92554E5C-C387-B44B-8EDD-4A4E0FF8BC37}" destId="{A9455E1A-0203-4C43-8FF3-4FA87AAC97F3}" srcOrd="1" destOrd="0" presId="urn:microsoft.com/office/officeart/2005/8/layout/list1"/>
    <dgm:cxn modelId="{2F172E2C-B937-E34D-A313-A07A24AD5AF7}" type="presParOf" srcId="{D5623735-A14D-F846-97E5-0CC7E1F25FA6}" destId="{D0F09B69-DC74-3E41-8D7C-885CE251D1F1}" srcOrd="9" destOrd="0" presId="urn:microsoft.com/office/officeart/2005/8/layout/list1"/>
    <dgm:cxn modelId="{0D5A3D1F-FDE2-B641-8A37-435614CB27F4}" type="presParOf" srcId="{D5623735-A14D-F846-97E5-0CC7E1F25FA6}" destId="{91875C32-1EA8-1541-A2F5-9336E7D464B2}" srcOrd="10" destOrd="0" presId="urn:microsoft.com/office/officeart/2005/8/layout/list1"/>
    <dgm:cxn modelId="{836B264A-B0F0-D946-85A3-12CB21B2ECEF}" type="presParOf" srcId="{D5623735-A14D-F846-97E5-0CC7E1F25FA6}" destId="{0B551219-9D55-454B-A176-F6D3A97D38B6}" srcOrd="11" destOrd="0" presId="urn:microsoft.com/office/officeart/2005/8/layout/list1"/>
    <dgm:cxn modelId="{2D06C3AA-5B74-A446-93FA-E062A011B004}" type="presParOf" srcId="{D5623735-A14D-F846-97E5-0CC7E1F25FA6}" destId="{4DF3D6EA-D633-1741-B002-B416D3C83181}" srcOrd="12" destOrd="0" presId="urn:microsoft.com/office/officeart/2005/8/layout/list1"/>
    <dgm:cxn modelId="{59ED1F42-A6C8-174E-B14B-974D111389A6}" type="presParOf" srcId="{4DF3D6EA-D633-1741-B002-B416D3C83181}" destId="{18AD7F25-D22D-8C4F-A402-3C63A7EDB77A}" srcOrd="0" destOrd="0" presId="urn:microsoft.com/office/officeart/2005/8/layout/list1"/>
    <dgm:cxn modelId="{B8D1749D-CAF3-7943-BB52-AA577D29FEFD}" type="presParOf" srcId="{4DF3D6EA-D633-1741-B002-B416D3C83181}" destId="{800DF39E-4923-C447-BF02-0A7791E0E962}" srcOrd="1" destOrd="0" presId="urn:microsoft.com/office/officeart/2005/8/layout/list1"/>
    <dgm:cxn modelId="{A5DDA797-EEA5-AA46-B268-8864677EB90B}" type="presParOf" srcId="{D5623735-A14D-F846-97E5-0CC7E1F25FA6}" destId="{83B91F03-A1D2-ED48-BE89-6A8E8D5879EE}" srcOrd="13" destOrd="0" presId="urn:microsoft.com/office/officeart/2005/8/layout/list1"/>
    <dgm:cxn modelId="{6F47EC82-DD44-2143-8E34-AAFE9481D166}" type="presParOf" srcId="{D5623735-A14D-F846-97E5-0CC7E1F25FA6}" destId="{83FCE5F9-9666-4141-AF24-3FCD0C54FA83}" srcOrd="14" destOrd="0" presId="urn:microsoft.com/office/officeart/2005/8/layout/list1"/>
    <dgm:cxn modelId="{3F4C703D-1107-9640-9CC9-12550E345889}" type="presParOf" srcId="{D5623735-A14D-F846-97E5-0CC7E1F25FA6}" destId="{E0286B0F-E29D-3F4A-97A7-EB8457506CA2}" srcOrd="15" destOrd="0" presId="urn:microsoft.com/office/officeart/2005/8/layout/list1"/>
    <dgm:cxn modelId="{B5F5A27A-3D90-BB4D-8570-D7E86C57518D}" type="presParOf" srcId="{D5623735-A14D-F846-97E5-0CC7E1F25FA6}" destId="{4D44802B-4FEC-8349-AB16-9C146C3BB311}" srcOrd="16" destOrd="0" presId="urn:microsoft.com/office/officeart/2005/8/layout/list1"/>
    <dgm:cxn modelId="{87C5B486-2029-5F49-8984-16BE841D62FB}" type="presParOf" srcId="{4D44802B-4FEC-8349-AB16-9C146C3BB311}" destId="{8EB0C9FC-46C2-494F-A7C5-A90D08D4270C}" srcOrd="0" destOrd="0" presId="urn:microsoft.com/office/officeart/2005/8/layout/list1"/>
    <dgm:cxn modelId="{01A7E72E-2D77-9A48-A2C5-4216AA08DC01}" type="presParOf" srcId="{4D44802B-4FEC-8349-AB16-9C146C3BB311}" destId="{0BE555B7-B3C4-F142-A30A-8EE945A69DEA}" srcOrd="1" destOrd="0" presId="urn:microsoft.com/office/officeart/2005/8/layout/list1"/>
    <dgm:cxn modelId="{182BC5CF-9E53-D84B-96F7-ED9E6E56C1DD}" type="presParOf" srcId="{D5623735-A14D-F846-97E5-0CC7E1F25FA6}" destId="{5B1BF514-3077-DC43-9FA7-2DBD4920E0D7}" srcOrd="17" destOrd="0" presId="urn:microsoft.com/office/officeart/2005/8/layout/list1"/>
    <dgm:cxn modelId="{1CFA6329-7555-8340-8528-5EF312091217}" type="presParOf" srcId="{D5623735-A14D-F846-97E5-0CC7E1F25FA6}" destId="{0357D353-CE74-3640-88B4-67A68D4120E4}" srcOrd="18" destOrd="0" presId="urn:microsoft.com/office/officeart/2005/8/layout/list1"/>
    <dgm:cxn modelId="{1DC82894-9867-0A4B-A4A9-4791CDB81422}" type="presParOf" srcId="{D5623735-A14D-F846-97E5-0CC7E1F25FA6}" destId="{31353908-B864-BD45-8201-2568EFBC6CFA}" srcOrd="19" destOrd="0" presId="urn:microsoft.com/office/officeart/2005/8/layout/list1"/>
    <dgm:cxn modelId="{330F691A-963B-7840-AB8F-57D1C84D5896}" type="presParOf" srcId="{D5623735-A14D-F846-97E5-0CC7E1F25FA6}" destId="{005C1265-5990-C844-9C68-2A92800BB1C8}" srcOrd="20" destOrd="0" presId="urn:microsoft.com/office/officeart/2005/8/layout/list1"/>
    <dgm:cxn modelId="{78A73684-69F3-9447-A6E5-E96185CCA01A}" type="presParOf" srcId="{005C1265-5990-C844-9C68-2A92800BB1C8}" destId="{CAB19142-AA85-8148-B0F1-B5A4CD0FFFBC}" srcOrd="0" destOrd="0" presId="urn:microsoft.com/office/officeart/2005/8/layout/list1"/>
    <dgm:cxn modelId="{114E48EE-18BD-5540-AFDD-64A169514F9A}" type="presParOf" srcId="{005C1265-5990-C844-9C68-2A92800BB1C8}" destId="{D313312C-DA85-5947-91F7-DEC7BF84B14C}" srcOrd="1" destOrd="0" presId="urn:microsoft.com/office/officeart/2005/8/layout/list1"/>
    <dgm:cxn modelId="{97A8DD14-7D0F-CC4F-893E-F16E3E60FA2A}" type="presParOf" srcId="{D5623735-A14D-F846-97E5-0CC7E1F25FA6}" destId="{6F3282FD-65B0-814C-B9F7-5D6FF07EFF71}" srcOrd="21" destOrd="0" presId="urn:microsoft.com/office/officeart/2005/8/layout/list1"/>
    <dgm:cxn modelId="{A2081316-7B64-BE4C-926A-0A71ED93EED2}" type="presParOf" srcId="{D5623735-A14D-F846-97E5-0CC7E1F25FA6}" destId="{9835D5C7-43B5-4940-A723-EBE5DE75A577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E26B6-EC02-FA42-8B5E-6399B12B223B}">
      <dsp:nvSpPr>
        <dsp:cNvPr id="0" name=""/>
        <dsp:cNvSpPr/>
      </dsp:nvSpPr>
      <dsp:spPr>
        <a:xfrm>
          <a:off x="0" y="0"/>
          <a:ext cx="67405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FFF9C-397D-3C47-ABC0-EB94E5B0F52D}">
      <dsp:nvSpPr>
        <dsp:cNvPr id="0" name=""/>
        <dsp:cNvSpPr/>
      </dsp:nvSpPr>
      <dsp:spPr>
        <a:xfrm>
          <a:off x="0" y="0"/>
          <a:ext cx="6740553" cy="456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Problem Statement</a:t>
          </a:r>
        </a:p>
      </dsp:txBody>
      <dsp:txXfrm>
        <a:off x="0" y="0"/>
        <a:ext cx="6740553" cy="456742"/>
      </dsp:txXfrm>
    </dsp:sp>
    <dsp:sp modelId="{CB9773F7-A787-1944-B5A5-8F70BE9B79A5}">
      <dsp:nvSpPr>
        <dsp:cNvPr id="0" name=""/>
        <dsp:cNvSpPr/>
      </dsp:nvSpPr>
      <dsp:spPr>
        <a:xfrm>
          <a:off x="0" y="456742"/>
          <a:ext cx="674055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14CC2-2EB3-CE45-9A58-9D1EFD4302E3}">
      <dsp:nvSpPr>
        <dsp:cNvPr id="0" name=""/>
        <dsp:cNvSpPr/>
      </dsp:nvSpPr>
      <dsp:spPr>
        <a:xfrm>
          <a:off x="0" y="456742"/>
          <a:ext cx="6740553" cy="456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Project Objective</a:t>
          </a:r>
        </a:p>
      </dsp:txBody>
      <dsp:txXfrm>
        <a:off x="0" y="456742"/>
        <a:ext cx="6740553" cy="456742"/>
      </dsp:txXfrm>
    </dsp:sp>
    <dsp:sp modelId="{2692FF21-FAB3-4C43-825F-D2807DC7380D}">
      <dsp:nvSpPr>
        <dsp:cNvPr id="0" name=""/>
        <dsp:cNvSpPr/>
      </dsp:nvSpPr>
      <dsp:spPr>
        <a:xfrm>
          <a:off x="0" y="913485"/>
          <a:ext cx="674055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31A27-9BAA-A548-A918-0E8B98DF47B2}">
      <dsp:nvSpPr>
        <dsp:cNvPr id="0" name=""/>
        <dsp:cNvSpPr/>
      </dsp:nvSpPr>
      <dsp:spPr>
        <a:xfrm>
          <a:off x="0" y="913485"/>
          <a:ext cx="6740553" cy="456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Technologies Used</a:t>
          </a:r>
        </a:p>
      </dsp:txBody>
      <dsp:txXfrm>
        <a:off x="0" y="913485"/>
        <a:ext cx="6740553" cy="456742"/>
      </dsp:txXfrm>
    </dsp:sp>
    <dsp:sp modelId="{682531B3-5609-314C-A794-3A8FCE0AFB9C}">
      <dsp:nvSpPr>
        <dsp:cNvPr id="0" name=""/>
        <dsp:cNvSpPr/>
      </dsp:nvSpPr>
      <dsp:spPr>
        <a:xfrm>
          <a:off x="0" y="1370227"/>
          <a:ext cx="674055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F36A3-CE59-5A47-B277-BFFF99C3E8C9}">
      <dsp:nvSpPr>
        <dsp:cNvPr id="0" name=""/>
        <dsp:cNvSpPr/>
      </dsp:nvSpPr>
      <dsp:spPr>
        <a:xfrm>
          <a:off x="0" y="1370227"/>
          <a:ext cx="6740553" cy="456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Application Workflow</a:t>
          </a:r>
        </a:p>
      </dsp:txBody>
      <dsp:txXfrm>
        <a:off x="0" y="1370227"/>
        <a:ext cx="6740553" cy="456742"/>
      </dsp:txXfrm>
    </dsp:sp>
    <dsp:sp modelId="{3E4C83B2-3B41-A54C-B09F-16C611C90EB4}">
      <dsp:nvSpPr>
        <dsp:cNvPr id="0" name=""/>
        <dsp:cNvSpPr/>
      </dsp:nvSpPr>
      <dsp:spPr>
        <a:xfrm>
          <a:off x="0" y="1826970"/>
          <a:ext cx="674055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EFA73-CC15-A948-8103-B9A9F8495714}">
      <dsp:nvSpPr>
        <dsp:cNvPr id="0" name=""/>
        <dsp:cNvSpPr/>
      </dsp:nvSpPr>
      <dsp:spPr>
        <a:xfrm>
          <a:off x="0" y="1826970"/>
          <a:ext cx="6740553" cy="456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Proof of Concept Demo</a:t>
          </a:r>
        </a:p>
      </dsp:txBody>
      <dsp:txXfrm>
        <a:off x="0" y="1826970"/>
        <a:ext cx="6740553" cy="456742"/>
      </dsp:txXfrm>
    </dsp:sp>
    <dsp:sp modelId="{3A16E186-F428-0448-B5AF-123339EAC680}">
      <dsp:nvSpPr>
        <dsp:cNvPr id="0" name=""/>
        <dsp:cNvSpPr/>
      </dsp:nvSpPr>
      <dsp:spPr>
        <a:xfrm>
          <a:off x="0" y="2283713"/>
          <a:ext cx="67405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58F64-63F4-EE41-8E76-BDAD4DDF7FAF}">
      <dsp:nvSpPr>
        <dsp:cNvPr id="0" name=""/>
        <dsp:cNvSpPr/>
      </dsp:nvSpPr>
      <dsp:spPr>
        <a:xfrm>
          <a:off x="0" y="2283713"/>
          <a:ext cx="6740553" cy="456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Benefits to Cotiviti</a:t>
          </a:r>
        </a:p>
      </dsp:txBody>
      <dsp:txXfrm>
        <a:off x="0" y="2283713"/>
        <a:ext cx="6740553" cy="456742"/>
      </dsp:txXfrm>
    </dsp:sp>
    <dsp:sp modelId="{93A600E5-6223-8647-91BC-8EFD41668D9C}">
      <dsp:nvSpPr>
        <dsp:cNvPr id="0" name=""/>
        <dsp:cNvSpPr/>
      </dsp:nvSpPr>
      <dsp:spPr>
        <a:xfrm>
          <a:off x="0" y="2740455"/>
          <a:ext cx="674055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41BBE-348A-6D4D-A5B9-339A60C9EABA}">
      <dsp:nvSpPr>
        <dsp:cNvPr id="0" name=""/>
        <dsp:cNvSpPr/>
      </dsp:nvSpPr>
      <dsp:spPr>
        <a:xfrm>
          <a:off x="0" y="2740455"/>
          <a:ext cx="6740553" cy="456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Future Enhancements</a:t>
          </a:r>
        </a:p>
      </dsp:txBody>
      <dsp:txXfrm>
        <a:off x="0" y="2740455"/>
        <a:ext cx="6740553" cy="456742"/>
      </dsp:txXfrm>
    </dsp:sp>
    <dsp:sp modelId="{F64711D4-BFD1-F549-9453-F716F299E710}">
      <dsp:nvSpPr>
        <dsp:cNvPr id="0" name=""/>
        <dsp:cNvSpPr/>
      </dsp:nvSpPr>
      <dsp:spPr>
        <a:xfrm>
          <a:off x="0" y="3197198"/>
          <a:ext cx="674055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DB3F0-230B-9042-ADB8-51B034173735}">
      <dsp:nvSpPr>
        <dsp:cNvPr id="0" name=""/>
        <dsp:cNvSpPr/>
      </dsp:nvSpPr>
      <dsp:spPr>
        <a:xfrm>
          <a:off x="0" y="3197198"/>
          <a:ext cx="6740553" cy="456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Conclusion</a:t>
          </a:r>
        </a:p>
      </dsp:txBody>
      <dsp:txXfrm>
        <a:off x="0" y="3197198"/>
        <a:ext cx="6740553" cy="4567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B0A3D-3DF8-474B-91A0-1032CA34BF6B}">
      <dsp:nvSpPr>
        <dsp:cNvPr id="0" name=""/>
        <dsp:cNvSpPr/>
      </dsp:nvSpPr>
      <dsp:spPr>
        <a:xfrm>
          <a:off x="218956" y="809162"/>
          <a:ext cx="683033" cy="68303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222F8-AA53-4B65-9DC0-3A10E3AECA22}">
      <dsp:nvSpPr>
        <dsp:cNvPr id="0" name=""/>
        <dsp:cNvSpPr/>
      </dsp:nvSpPr>
      <dsp:spPr>
        <a:xfrm>
          <a:off x="364520" y="954726"/>
          <a:ext cx="391904" cy="3919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FCE70-36EB-4F48-9EA2-B340EC833393}">
      <dsp:nvSpPr>
        <dsp:cNvPr id="0" name=""/>
        <dsp:cNvSpPr/>
      </dsp:nvSpPr>
      <dsp:spPr>
        <a:xfrm>
          <a:off x="609" y="1704943"/>
          <a:ext cx="1119726" cy="44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Python</a:t>
          </a:r>
        </a:p>
      </dsp:txBody>
      <dsp:txXfrm>
        <a:off x="609" y="1704943"/>
        <a:ext cx="1119726" cy="447890"/>
      </dsp:txXfrm>
    </dsp:sp>
    <dsp:sp modelId="{D08F6F87-74DA-4CB7-ABD8-6050BE6F8A6F}">
      <dsp:nvSpPr>
        <dsp:cNvPr id="0" name=""/>
        <dsp:cNvSpPr/>
      </dsp:nvSpPr>
      <dsp:spPr>
        <a:xfrm>
          <a:off x="1534634" y="809162"/>
          <a:ext cx="683033" cy="68303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35D74-C7D6-459A-814E-03F06FA730ED}">
      <dsp:nvSpPr>
        <dsp:cNvPr id="0" name=""/>
        <dsp:cNvSpPr/>
      </dsp:nvSpPr>
      <dsp:spPr>
        <a:xfrm>
          <a:off x="1680199" y="954726"/>
          <a:ext cx="391904" cy="3919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C35A43-4891-442B-B237-1106A25A8AF5}">
      <dsp:nvSpPr>
        <dsp:cNvPr id="0" name=""/>
        <dsp:cNvSpPr/>
      </dsp:nvSpPr>
      <dsp:spPr>
        <a:xfrm>
          <a:off x="1316288" y="1704943"/>
          <a:ext cx="1119726" cy="44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Streamlit</a:t>
          </a:r>
        </a:p>
      </dsp:txBody>
      <dsp:txXfrm>
        <a:off x="1316288" y="1704943"/>
        <a:ext cx="1119726" cy="447890"/>
      </dsp:txXfrm>
    </dsp:sp>
    <dsp:sp modelId="{B9EF27FF-CD78-4DE7-826B-B341C50B84CA}">
      <dsp:nvSpPr>
        <dsp:cNvPr id="0" name=""/>
        <dsp:cNvSpPr/>
      </dsp:nvSpPr>
      <dsp:spPr>
        <a:xfrm>
          <a:off x="2850313" y="809162"/>
          <a:ext cx="683033" cy="68303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3029B-196A-438C-ACA9-50FE76A1F33C}">
      <dsp:nvSpPr>
        <dsp:cNvPr id="0" name=""/>
        <dsp:cNvSpPr/>
      </dsp:nvSpPr>
      <dsp:spPr>
        <a:xfrm>
          <a:off x="2995877" y="954726"/>
          <a:ext cx="391904" cy="3919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D6424-4483-4917-9D69-D0B73A40D67F}">
      <dsp:nvSpPr>
        <dsp:cNvPr id="0" name=""/>
        <dsp:cNvSpPr/>
      </dsp:nvSpPr>
      <dsp:spPr>
        <a:xfrm>
          <a:off x="2631966" y="1704943"/>
          <a:ext cx="1119726" cy="44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Google Gemini 2.5 Flash</a:t>
          </a:r>
        </a:p>
      </dsp:txBody>
      <dsp:txXfrm>
        <a:off x="2631966" y="1704943"/>
        <a:ext cx="1119726" cy="447890"/>
      </dsp:txXfrm>
    </dsp:sp>
    <dsp:sp modelId="{65ADAFBF-D9A1-4BB1-8B55-D972199794E5}">
      <dsp:nvSpPr>
        <dsp:cNvPr id="0" name=""/>
        <dsp:cNvSpPr/>
      </dsp:nvSpPr>
      <dsp:spPr>
        <a:xfrm>
          <a:off x="4165992" y="809162"/>
          <a:ext cx="683033" cy="68303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00083-FF8C-49A5-833E-1E61C7A29CA7}">
      <dsp:nvSpPr>
        <dsp:cNvPr id="0" name=""/>
        <dsp:cNvSpPr/>
      </dsp:nvSpPr>
      <dsp:spPr>
        <a:xfrm>
          <a:off x="4311556" y="954726"/>
          <a:ext cx="391904" cy="3919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516E9-0813-4CAB-827F-445776CB9A1A}">
      <dsp:nvSpPr>
        <dsp:cNvPr id="0" name=""/>
        <dsp:cNvSpPr/>
      </dsp:nvSpPr>
      <dsp:spPr>
        <a:xfrm>
          <a:off x="3947645" y="1704943"/>
          <a:ext cx="1119726" cy="44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google-generativeai</a:t>
          </a:r>
        </a:p>
      </dsp:txBody>
      <dsp:txXfrm>
        <a:off x="3947645" y="1704943"/>
        <a:ext cx="1119726" cy="447890"/>
      </dsp:txXfrm>
    </dsp:sp>
    <dsp:sp modelId="{7C3898A1-2974-4DB5-95AB-6043658DBAF2}">
      <dsp:nvSpPr>
        <dsp:cNvPr id="0" name=""/>
        <dsp:cNvSpPr/>
      </dsp:nvSpPr>
      <dsp:spPr>
        <a:xfrm>
          <a:off x="5481670" y="809162"/>
          <a:ext cx="683033" cy="683033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5D28CE-14E8-4CA6-A339-E43090E581E3}">
      <dsp:nvSpPr>
        <dsp:cNvPr id="0" name=""/>
        <dsp:cNvSpPr/>
      </dsp:nvSpPr>
      <dsp:spPr>
        <a:xfrm>
          <a:off x="5627235" y="954726"/>
          <a:ext cx="391904" cy="39190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180B9-C924-4A8F-B4B0-8DBC1DD4C76D}">
      <dsp:nvSpPr>
        <dsp:cNvPr id="0" name=""/>
        <dsp:cNvSpPr/>
      </dsp:nvSpPr>
      <dsp:spPr>
        <a:xfrm>
          <a:off x="5263324" y="1704943"/>
          <a:ext cx="1119726" cy="44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python-dotenv</a:t>
          </a:r>
        </a:p>
      </dsp:txBody>
      <dsp:txXfrm>
        <a:off x="5263324" y="1704943"/>
        <a:ext cx="1119726" cy="447890"/>
      </dsp:txXfrm>
    </dsp:sp>
    <dsp:sp modelId="{671EF451-60CC-4135-85F2-EC23A4E78FB7}">
      <dsp:nvSpPr>
        <dsp:cNvPr id="0" name=""/>
        <dsp:cNvSpPr/>
      </dsp:nvSpPr>
      <dsp:spPr>
        <a:xfrm>
          <a:off x="6797349" y="809162"/>
          <a:ext cx="683033" cy="68303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35F93-B205-4606-A710-4C910C94B30A}">
      <dsp:nvSpPr>
        <dsp:cNvPr id="0" name=""/>
        <dsp:cNvSpPr/>
      </dsp:nvSpPr>
      <dsp:spPr>
        <a:xfrm>
          <a:off x="6942914" y="954726"/>
          <a:ext cx="391904" cy="39190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FC70D-6524-433A-9587-9FFEBBDCFA14}">
      <dsp:nvSpPr>
        <dsp:cNvPr id="0" name=""/>
        <dsp:cNvSpPr/>
      </dsp:nvSpPr>
      <dsp:spPr>
        <a:xfrm>
          <a:off x="6579002" y="1704943"/>
          <a:ext cx="1119726" cy="44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Visual Studio Code</a:t>
          </a:r>
        </a:p>
      </dsp:txBody>
      <dsp:txXfrm>
        <a:off x="6579002" y="1704943"/>
        <a:ext cx="1119726" cy="4478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ADAE2-7123-4F5D-A626-9A2615D55560}">
      <dsp:nvSpPr>
        <dsp:cNvPr id="0" name=""/>
        <dsp:cNvSpPr/>
      </dsp:nvSpPr>
      <dsp:spPr>
        <a:xfrm>
          <a:off x="0" y="4113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A4C29-9FED-436B-A3D8-65F225DB5665}">
      <dsp:nvSpPr>
        <dsp:cNvPr id="0" name=""/>
        <dsp:cNvSpPr/>
      </dsp:nvSpPr>
      <dsp:spPr>
        <a:xfrm>
          <a:off x="265017" y="201233"/>
          <a:ext cx="481850" cy="4818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30E39-F158-47BC-BC2F-B1C83C9F21C6}">
      <dsp:nvSpPr>
        <dsp:cNvPr id="0" name=""/>
        <dsp:cNvSpPr/>
      </dsp:nvSpPr>
      <dsp:spPr>
        <a:xfrm>
          <a:off x="1011886" y="4113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Faster clinical note review</a:t>
          </a:r>
        </a:p>
      </dsp:txBody>
      <dsp:txXfrm>
        <a:off x="1011886" y="4113"/>
        <a:ext cx="4112272" cy="876092"/>
      </dsp:txXfrm>
    </dsp:sp>
    <dsp:sp modelId="{E8446805-AB65-4F0F-83DF-665B08054CFA}">
      <dsp:nvSpPr>
        <dsp:cNvPr id="0" name=""/>
        <dsp:cNvSpPr/>
      </dsp:nvSpPr>
      <dsp:spPr>
        <a:xfrm>
          <a:off x="0" y="1099228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2DA2A-81A9-4A51-B359-E80B42FEEFF7}">
      <dsp:nvSpPr>
        <dsp:cNvPr id="0" name=""/>
        <dsp:cNvSpPr/>
      </dsp:nvSpPr>
      <dsp:spPr>
        <a:xfrm>
          <a:off x="265017" y="1296349"/>
          <a:ext cx="481850" cy="4818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5F438-3557-48D0-B0E2-7036E667C16A}">
      <dsp:nvSpPr>
        <dsp:cNvPr id="0" name=""/>
        <dsp:cNvSpPr/>
      </dsp:nvSpPr>
      <dsp:spPr>
        <a:xfrm>
          <a:off x="1011886" y="1099228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Reduced manual effort</a:t>
          </a:r>
        </a:p>
      </dsp:txBody>
      <dsp:txXfrm>
        <a:off x="1011886" y="1099228"/>
        <a:ext cx="4112272" cy="876092"/>
      </dsp:txXfrm>
    </dsp:sp>
    <dsp:sp modelId="{B15A7605-B247-4762-AB53-A9FDDF8FAC96}">
      <dsp:nvSpPr>
        <dsp:cNvPr id="0" name=""/>
        <dsp:cNvSpPr/>
      </dsp:nvSpPr>
      <dsp:spPr>
        <a:xfrm>
          <a:off x="0" y="2194343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3EEDE6-D00A-4CFE-8215-4C956235E517}">
      <dsp:nvSpPr>
        <dsp:cNvPr id="0" name=""/>
        <dsp:cNvSpPr/>
      </dsp:nvSpPr>
      <dsp:spPr>
        <a:xfrm>
          <a:off x="265017" y="2391464"/>
          <a:ext cx="481850" cy="4818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BC65B-C74F-443A-8179-4C9BCD6FD082}">
      <dsp:nvSpPr>
        <dsp:cNvPr id="0" name=""/>
        <dsp:cNvSpPr/>
      </dsp:nvSpPr>
      <dsp:spPr>
        <a:xfrm>
          <a:off x="1011886" y="2194343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Improved documentation consistency</a:t>
          </a:r>
        </a:p>
      </dsp:txBody>
      <dsp:txXfrm>
        <a:off x="1011886" y="2194343"/>
        <a:ext cx="4112272" cy="876092"/>
      </dsp:txXfrm>
    </dsp:sp>
    <dsp:sp modelId="{CECFD2C4-AA75-40E1-97C1-E513F134CFC7}">
      <dsp:nvSpPr>
        <dsp:cNvPr id="0" name=""/>
        <dsp:cNvSpPr/>
      </dsp:nvSpPr>
      <dsp:spPr>
        <a:xfrm>
          <a:off x="0" y="3289458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A7061-14A1-4E0F-A342-184160CBB559}">
      <dsp:nvSpPr>
        <dsp:cNvPr id="0" name=""/>
        <dsp:cNvSpPr/>
      </dsp:nvSpPr>
      <dsp:spPr>
        <a:xfrm>
          <a:off x="265017" y="3486579"/>
          <a:ext cx="481850" cy="4818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EF77B-929C-4EC4-AC26-A7CC4FB5D7C0}">
      <dsp:nvSpPr>
        <dsp:cNvPr id="0" name=""/>
        <dsp:cNvSpPr/>
      </dsp:nvSpPr>
      <dsp:spPr>
        <a:xfrm>
          <a:off x="1011886" y="3289458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Better identification of high-risk cases</a:t>
          </a:r>
        </a:p>
      </dsp:txBody>
      <dsp:txXfrm>
        <a:off x="1011886" y="3289458"/>
        <a:ext cx="4112272" cy="876092"/>
      </dsp:txXfrm>
    </dsp:sp>
    <dsp:sp modelId="{FA33A755-A68B-43E6-9563-327528B8C721}">
      <dsp:nvSpPr>
        <dsp:cNvPr id="0" name=""/>
        <dsp:cNvSpPr/>
      </dsp:nvSpPr>
      <dsp:spPr>
        <a:xfrm>
          <a:off x="0" y="4384573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8A379-0432-43AB-B955-976144D5EA45}">
      <dsp:nvSpPr>
        <dsp:cNvPr id="0" name=""/>
        <dsp:cNvSpPr/>
      </dsp:nvSpPr>
      <dsp:spPr>
        <a:xfrm>
          <a:off x="265017" y="4581694"/>
          <a:ext cx="481850" cy="4818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91187-2F2C-4AF0-B44F-89D867E72DA5}">
      <dsp:nvSpPr>
        <dsp:cNvPr id="0" name=""/>
        <dsp:cNvSpPr/>
      </dsp:nvSpPr>
      <dsp:spPr>
        <a:xfrm>
          <a:off x="1011886" y="4384573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Improved operational efficiency</a:t>
          </a:r>
        </a:p>
      </dsp:txBody>
      <dsp:txXfrm>
        <a:off x="1011886" y="4384573"/>
        <a:ext cx="4112272" cy="8760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59EDE-D22B-7143-8BEB-EA6B6D18D432}">
      <dsp:nvSpPr>
        <dsp:cNvPr id="0" name=""/>
        <dsp:cNvSpPr/>
      </dsp:nvSpPr>
      <dsp:spPr>
        <a:xfrm>
          <a:off x="0" y="284910"/>
          <a:ext cx="674055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C1E1BC-23F8-B245-87E7-F08501142DA8}">
      <dsp:nvSpPr>
        <dsp:cNvPr id="0" name=""/>
        <dsp:cNvSpPr/>
      </dsp:nvSpPr>
      <dsp:spPr>
        <a:xfrm>
          <a:off x="337027" y="93030"/>
          <a:ext cx="4718387" cy="383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EHR integration</a:t>
          </a:r>
        </a:p>
      </dsp:txBody>
      <dsp:txXfrm>
        <a:off x="355761" y="111764"/>
        <a:ext cx="4680919" cy="346292"/>
      </dsp:txXfrm>
    </dsp:sp>
    <dsp:sp modelId="{071E3251-3123-5447-A11B-47CFA29F83E2}">
      <dsp:nvSpPr>
        <dsp:cNvPr id="0" name=""/>
        <dsp:cNvSpPr/>
      </dsp:nvSpPr>
      <dsp:spPr>
        <a:xfrm>
          <a:off x="0" y="874590"/>
          <a:ext cx="674055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961626"/>
              <a:satOff val="-1953"/>
              <a:lumOff val="125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74689-D199-4145-916B-0205DD79E457}">
      <dsp:nvSpPr>
        <dsp:cNvPr id="0" name=""/>
        <dsp:cNvSpPr/>
      </dsp:nvSpPr>
      <dsp:spPr>
        <a:xfrm>
          <a:off x="337027" y="682710"/>
          <a:ext cx="4718387" cy="383760"/>
        </a:xfrm>
        <a:prstGeom prst="roundRect">
          <a:avLst/>
        </a:prstGeom>
        <a:gradFill rotWithShape="0">
          <a:gsLst>
            <a:gs pos="0">
              <a:schemeClr val="accent5">
                <a:hueOff val="961626"/>
                <a:satOff val="-1953"/>
                <a:lumOff val="1255"/>
                <a:alphaOff val="0"/>
                <a:tint val="96000"/>
                <a:lumMod val="104000"/>
              </a:schemeClr>
            </a:gs>
            <a:gs pos="100000">
              <a:schemeClr val="accent5">
                <a:hueOff val="961626"/>
                <a:satOff val="-1953"/>
                <a:lumOff val="125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Predictive analytics</a:t>
          </a:r>
        </a:p>
      </dsp:txBody>
      <dsp:txXfrm>
        <a:off x="355761" y="701444"/>
        <a:ext cx="4680919" cy="346292"/>
      </dsp:txXfrm>
    </dsp:sp>
    <dsp:sp modelId="{91875C32-1EA8-1541-A2F5-9336E7D464B2}">
      <dsp:nvSpPr>
        <dsp:cNvPr id="0" name=""/>
        <dsp:cNvSpPr/>
      </dsp:nvSpPr>
      <dsp:spPr>
        <a:xfrm>
          <a:off x="0" y="1464270"/>
          <a:ext cx="674055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1923253"/>
              <a:satOff val="-3906"/>
              <a:lumOff val="251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55E1A-0203-4C43-8FF3-4FA87AAC97F3}">
      <dsp:nvSpPr>
        <dsp:cNvPr id="0" name=""/>
        <dsp:cNvSpPr/>
      </dsp:nvSpPr>
      <dsp:spPr>
        <a:xfrm>
          <a:off x="337027" y="1272390"/>
          <a:ext cx="4718387" cy="383760"/>
        </a:xfrm>
        <a:prstGeom prst="roundRect">
          <a:avLst/>
        </a:prstGeom>
        <a:gradFill rotWithShape="0">
          <a:gsLst>
            <a:gs pos="0">
              <a:schemeClr val="accent5">
                <a:hueOff val="1923253"/>
                <a:satOff val="-3906"/>
                <a:lumOff val="2510"/>
                <a:alphaOff val="0"/>
                <a:tint val="96000"/>
                <a:lumMod val="104000"/>
              </a:schemeClr>
            </a:gs>
            <a:gs pos="100000">
              <a:schemeClr val="accent5">
                <a:hueOff val="1923253"/>
                <a:satOff val="-3906"/>
                <a:lumOff val="251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Explainable AI</a:t>
          </a:r>
        </a:p>
      </dsp:txBody>
      <dsp:txXfrm>
        <a:off x="355761" y="1291124"/>
        <a:ext cx="4680919" cy="346292"/>
      </dsp:txXfrm>
    </dsp:sp>
    <dsp:sp modelId="{83FCE5F9-9666-4141-AF24-3FCD0C54FA83}">
      <dsp:nvSpPr>
        <dsp:cNvPr id="0" name=""/>
        <dsp:cNvSpPr/>
      </dsp:nvSpPr>
      <dsp:spPr>
        <a:xfrm>
          <a:off x="0" y="2053950"/>
          <a:ext cx="674055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2884879"/>
              <a:satOff val="-5858"/>
              <a:lumOff val="376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DF39E-4923-C447-BF02-0A7791E0E962}">
      <dsp:nvSpPr>
        <dsp:cNvPr id="0" name=""/>
        <dsp:cNvSpPr/>
      </dsp:nvSpPr>
      <dsp:spPr>
        <a:xfrm>
          <a:off x="337027" y="1862070"/>
          <a:ext cx="4718387" cy="383760"/>
        </a:xfrm>
        <a:prstGeom prst="roundRect">
          <a:avLst/>
        </a:prstGeom>
        <a:gradFill rotWithShape="0">
          <a:gsLst>
            <a:gs pos="0">
              <a:schemeClr val="accent5">
                <a:hueOff val="2884879"/>
                <a:satOff val="-5858"/>
                <a:lumOff val="3765"/>
                <a:alphaOff val="0"/>
                <a:tint val="96000"/>
                <a:lumMod val="104000"/>
              </a:schemeClr>
            </a:gs>
            <a:gs pos="100000">
              <a:schemeClr val="accent5">
                <a:hueOff val="2884879"/>
                <a:satOff val="-5858"/>
                <a:lumOff val="376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Medical coding support</a:t>
          </a:r>
        </a:p>
      </dsp:txBody>
      <dsp:txXfrm>
        <a:off x="355761" y="1880804"/>
        <a:ext cx="4680919" cy="346292"/>
      </dsp:txXfrm>
    </dsp:sp>
    <dsp:sp modelId="{0357D353-CE74-3640-88B4-67A68D4120E4}">
      <dsp:nvSpPr>
        <dsp:cNvPr id="0" name=""/>
        <dsp:cNvSpPr/>
      </dsp:nvSpPr>
      <dsp:spPr>
        <a:xfrm>
          <a:off x="0" y="2643630"/>
          <a:ext cx="674055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3846505"/>
              <a:satOff val="-7811"/>
              <a:lumOff val="502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555B7-B3C4-F142-A30A-8EE945A69DEA}">
      <dsp:nvSpPr>
        <dsp:cNvPr id="0" name=""/>
        <dsp:cNvSpPr/>
      </dsp:nvSpPr>
      <dsp:spPr>
        <a:xfrm>
          <a:off x="337027" y="2451750"/>
          <a:ext cx="4718387" cy="383760"/>
        </a:xfrm>
        <a:prstGeom prst="roundRect">
          <a:avLst/>
        </a:prstGeom>
        <a:gradFill rotWithShape="0">
          <a:gsLst>
            <a:gs pos="0">
              <a:schemeClr val="accent5">
                <a:hueOff val="3846505"/>
                <a:satOff val="-7811"/>
                <a:lumOff val="5020"/>
                <a:alphaOff val="0"/>
                <a:tint val="96000"/>
                <a:lumMod val="104000"/>
              </a:schemeClr>
            </a:gs>
            <a:gs pos="100000">
              <a:schemeClr val="accent5">
                <a:hueOff val="3846505"/>
                <a:satOff val="-7811"/>
                <a:lumOff val="502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Multilingual support</a:t>
          </a:r>
        </a:p>
      </dsp:txBody>
      <dsp:txXfrm>
        <a:off x="355761" y="2470484"/>
        <a:ext cx="4680919" cy="346292"/>
      </dsp:txXfrm>
    </dsp:sp>
    <dsp:sp modelId="{9835D5C7-43B5-4940-A723-EBE5DE75A577}">
      <dsp:nvSpPr>
        <dsp:cNvPr id="0" name=""/>
        <dsp:cNvSpPr/>
      </dsp:nvSpPr>
      <dsp:spPr>
        <a:xfrm>
          <a:off x="0" y="3233310"/>
          <a:ext cx="674055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4808132"/>
              <a:satOff val="-9764"/>
              <a:lumOff val="627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13312C-DA85-5947-91F7-DEC7BF84B14C}">
      <dsp:nvSpPr>
        <dsp:cNvPr id="0" name=""/>
        <dsp:cNvSpPr/>
      </dsp:nvSpPr>
      <dsp:spPr>
        <a:xfrm>
          <a:off x="337027" y="3041430"/>
          <a:ext cx="4718387" cy="383760"/>
        </a:xfrm>
        <a:prstGeom prst="roundRect">
          <a:avLst/>
        </a:prstGeom>
        <a:gradFill rotWithShape="0">
          <a:gsLst>
            <a:gs pos="0">
              <a:schemeClr val="accent5">
                <a:hueOff val="4808132"/>
                <a:satOff val="-9764"/>
                <a:lumOff val="6275"/>
                <a:alphaOff val="0"/>
                <a:tint val="96000"/>
                <a:lumMod val="104000"/>
              </a:schemeClr>
            </a:gs>
            <a:gs pos="100000">
              <a:schemeClr val="accent5">
                <a:hueOff val="4808132"/>
                <a:satOff val="-9764"/>
                <a:lumOff val="627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8344" tIns="0" rIns="17834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Enhanced security</a:t>
          </a:r>
        </a:p>
      </dsp:txBody>
      <dsp:txXfrm>
        <a:off x="355761" y="3060164"/>
        <a:ext cx="4680919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8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6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64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5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5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9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4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7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4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6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5157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89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161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5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56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0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7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09287"/>
            <a:ext cx="7772400" cy="1752600"/>
          </a:xfrm>
        </p:spPr>
        <p:txBody>
          <a:bodyPr>
            <a:normAutofit/>
          </a:bodyPr>
          <a:lstStyle/>
          <a:p>
            <a:pPr algn="ctr"/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Decision Support Assistant Using 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34856"/>
            <a:ext cx="6400800" cy="3103944"/>
          </a:xfrm>
        </p:spPr>
        <p:txBody>
          <a:bodyPr>
            <a:normAutofit/>
          </a:bodyPr>
          <a:lstStyle/>
          <a:p>
            <a:pPr algn="ctr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ctr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Nikita Pawar</a:t>
            </a:r>
          </a:p>
          <a:p>
            <a:pPr algn="ctr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Information Technology</a:t>
            </a:r>
          </a:p>
          <a:p>
            <a:pPr algn="ctr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Arizona State University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Cotiviti Internship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75CD74B-9CE8-4F20-A3E4-A22A7F036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C44665-BECF-4482-A00C-E4BE2A87D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Freeform 11">
            <a:extLst>
              <a:ext uri="{FF2B5EF4-FFF2-40B4-BE49-F238E27FC236}">
                <a16:creationId xmlns:a16="http://schemas.microsoft.com/office/drawing/2014/main" id="{20398C1D-D011-4BA8-AC81-E829677B8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8836E5-E46B-5B17-E65F-55944EF977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05193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796" y="624110"/>
            <a:ext cx="6098663" cy="1280890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9796" y="2133600"/>
            <a:ext cx="6098663" cy="377762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professionals review large volumes of unstructured clinical notes every day.</a:t>
            </a:r>
          </a:p>
          <a:p>
            <a:pPr>
              <a:lnSpc>
                <a:spcPct val="90000"/>
              </a:lnSpc>
              <a:defRPr sz="2200"/>
            </a:pP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marL="514350" indent="-514350">
              <a:lnSpc>
                <a:spcPct val="90000"/>
              </a:lnSpc>
              <a:buFont typeface="+mj-lt"/>
              <a:buAutoNum type="romanUcPeriod"/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 manual review</a:t>
            </a:r>
          </a:p>
          <a:p>
            <a:pPr marL="514350" indent="-514350">
              <a:lnSpc>
                <a:spcPct val="90000"/>
              </a:lnSpc>
              <a:buFont typeface="+mj-lt"/>
              <a:buAutoNum type="romanUcPeriod"/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identify high-risk patients quickly</a:t>
            </a:r>
          </a:p>
          <a:p>
            <a:pPr marL="514350" indent="-514350">
              <a:lnSpc>
                <a:spcPct val="90000"/>
              </a:lnSpc>
              <a:buFont typeface="+mj-lt"/>
              <a:buAutoNum type="romanUcPeriod"/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burden</a:t>
            </a:r>
          </a:p>
          <a:p>
            <a:pPr>
              <a:lnSpc>
                <a:spcPct val="90000"/>
              </a:lnSpc>
              <a:defRPr sz="2200"/>
            </a:pP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indent="0">
              <a:lnSpc>
                <a:spcPct val="90000"/>
              </a:lnSpc>
              <a:buNone/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Clinical Decision Support Assistant using Google Gemini.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DF9831-CE1E-276C-1642-6EB4AB5536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1742202"/>
              </p:ext>
            </p:extLst>
          </p:nvPr>
        </p:nvGraphicFramePr>
        <p:xfrm>
          <a:off x="720759" y="2930805"/>
          <a:ext cx="7699339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tx2">
              <a:lumMod val="90000"/>
            </a:schemeClr>
          </a:solidFill>
        </p:grpSpPr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9817" y="1159566"/>
            <a:ext cx="2747204" cy="4568264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Workflow</a:t>
            </a:r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5670183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982" y="1286934"/>
            <a:ext cx="3969327" cy="4284134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2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Notes → Gemini AI Analysis → Patient Summary → Risk Level → Key Findings → Recommended Next Steps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3841989" cy="1259894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3841989" cy="3759253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0" indent="0">
              <a:buNone/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User-friendly interface</a:t>
            </a:r>
          </a:p>
          <a:p>
            <a:pPr marL="0" indent="0">
              <a:buNone/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Three sample clinical cases</a:t>
            </a:r>
          </a:p>
          <a:p>
            <a:pPr marL="0" indent="0">
              <a:buNone/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AI-generated patient summary</a:t>
            </a:r>
          </a:p>
          <a:p>
            <a:pPr marL="0" indent="0">
              <a:buNone/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Risk classification</a:t>
            </a:r>
          </a:p>
          <a:p>
            <a:pPr marL="0" indent="0">
              <a:buNone/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Clinical recommendations</a:t>
            </a:r>
          </a:p>
          <a:p>
            <a:pPr>
              <a:defRPr sz="2200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5508E7-00CE-42CB-3EF2-EAC404D79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937" y="1940146"/>
            <a:ext cx="4088720" cy="2657667"/>
          </a:xfrm>
          <a:prstGeom prst="rect">
            <a:avLst/>
          </a:prstGeom>
        </p:spPr>
      </p:pic>
      <p:sp>
        <p:nvSpPr>
          <p:cNvPr id="14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EB9F89-BFED-32E5-3850-CD828D6F01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9154"/>
          <a:stretch>
            <a:fillRect/>
          </a:stretch>
        </p:blipFill>
        <p:spPr>
          <a:xfrm>
            <a:off x="3364167" y="10"/>
            <a:ext cx="5779833" cy="2285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83F6A3-C4C9-CB04-E685-7B5109F97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4679"/>
          <a:stretch>
            <a:fillRect/>
          </a:stretch>
        </p:blipFill>
        <p:spPr>
          <a:xfrm>
            <a:off x="5021931" y="2286000"/>
            <a:ext cx="4122069" cy="22860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9E2188-D4D2-BAF2-B12E-C22F862742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39154"/>
          <a:stretch>
            <a:fillRect/>
          </a:stretch>
        </p:blipFill>
        <p:spPr>
          <a:xfrm>
            <a:off x="3364167" y="4572001"/>
            <a:ext cx="5779833" cy="2286000"/>
          </a:xfrm>
          <a:prstGeom prst="rect">
            <a:avLst/>
          </a:prstGeom>
        </p:spPr>
      </p:pic>
      <p:sp useBgFill="1">
        <p:nvSpPr>
          <p:cNvPr id="54" name="Freeform: Shape 47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6127684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643" y="624110"/>
            <a:ext cx="3467967" cy="1280890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Sample Results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859" y="2133600"/>
            <a:ext cx="3469411" cy="3777622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High Risk: Cardiac emergency</a:t>
            </a:r>
          </a:p>
          <a:p>
            <a:pPr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Medium Risk: Diabetes follow-up</a:t>
            </a:r>
          </a:p>
          <a:p>
            <a:pPr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Low Risk: Routine illness</a:t>
            </a:r>
          </a:p>
          <a:p>
            <a:pPr>
              <a:defRPr sz="2200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to Cotiviti</a:t>
            </a: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A2E0D51B-C81E-5FD4-4F6E-5CCEFAF0F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319867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22A7DF-6E0A-D6BA-B84B-DACD25702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462236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5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2544" y="2623930"/>
            <a:ext cx="7037556" cy="3287292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Working Generative AI proof of concept</a:t>
            </a:r>
          </a:p>
          <a:p>
            <a:pPr marL="0" indent="0">
              <a:buNone/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clinical decision-making</a:t>
            </a:r>
          </a:p>
          <a:p>
            <a:pPr marL="0" indent="0">
              <a:buNone/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workflow efficiency</a:t>
            </a:r>
          </a:p>
          <a:p>
            <a:pPr marL="0" indent="0">
              <a:buNone/>
              <a:defRPr sz="2200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AI assists clinicians—not replaces them</a:t>
            </a:r>
          </a:p>
          <a:p>
            <a:pPr>
              <a:defRPr sz="2200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A3DF0C-99E5-1CEF-C4D1-8D41506FC634}"/>
              </a:ext>
            </a:extLst>
          </p:cNvPr>
          <p:cNvSpPr txBox="1"/>
          <p:nvPr/>
        </p:nvSpPr>
        <p:spPr>
          <a:xfrm>
            <a:off x="405209" y="967417"/>
            <a:ext cx="2834152" cy="3943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500" b="1" dirty="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4053016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C83EB85F-5507-A32E-D337-F6612A2B1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0995" y="1317462"/>
            <a:ext cx="4230377" cy="423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0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</TotalTime>
  <Words>236</Words>
  <Application>Microsoft Macintosh PowerPoint</Application>
  <PresentationFormat>On-screen Show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Wisp</vt:lpstr>
      <vt:lpstr>Clinical Decision Support Assistant Using Generative AI</vt:lpstr>
      <vt:lpstr>Presentation Overview</vt:lpstr>
      <vt:lpstr>Problem Statement</vt:lpstr>
      <vt:lpstr>Technologies Used</vt:lpstr>
      <vt:lpstr>Application Workflow</vt:lpstr>
      <vt:lpstr>Proof of Concept</vt:lpstr>
      <vt:lpstr>Sample Results</vt:lpstr>
      <vt:lpstr>Benefits to Cotiviti</vt:lpstr>
      <vt:lpstr>Future Enhancements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Nikita Vinayak Pawar (Student)</cp:lastModifiedBy>
  <cp:revision>4</cp:revision>
  <dcterms:created xsi:type="dcterms:W3CDTF">2013-01-27T09:14:16Z</dcterms:created>
  <dcterms:modified xsi:type="dcterms:W3CDTF">2026-06-26T15:15:04Z</dcterms:modified>
  <cp:category/>
</cp:coreProperties>
</file>